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5" r:id="rId4"/>
    <p:sldId id="259" r:id="rId5"/>
    <p:sldId id="260" r:id="rId6"/>
    <p:sldId id="261" r:id="rId7"/>
    <p:sldId id="262" r:id="rId8"/>
    <p:sldId id="263" r:id="rId9"/>
    <p:sldId id="264" r:id="rId10"/>
    <p:sldId id="266"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84BE63-1FEC-435A-B5E8-20BB13235301}" v="119" dt="2025-08-25T14:43:56.3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0D05A-3757-79F3-C663-139FFB590F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937DA4-2DD0-C065-2ECE-BD8EA142D9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D1A7E13-1F64-BEA1-2509-EF6A043CD8F6}"/>
              </a:ext>
            </a:extLst>
          </p:cNvPr>
          <p:cNvSpPr>
            <a:spLocks noGrp="1"/>
          </p:cNvSpPr>
          <p:nvPr>
            <p:ph type="dt" sz="half" idx="10"/>
          </p:nvPr>
        </p:nvSpPr>
        <p:spPr/>
        <p:txBody>
          <a:bodyPr/>
          <a:lstStyle/>
          <a:p>
            <a:fld id="{CF43066A-F868-4AA9-854F-91C4CABD58F9}" type="datetimeFigureOut">
              <a:rPr lang="en-US" smtClean="0"/>
              <a:t>8/27/2025</a:t>
            </a:fld>
            <a:endParaRPr lang="en-US"/>
          </a:p>
        </p:txBody>
      </p:sp>
      <p:sp>
        <p:nvSpPr>
          <p:cNvPr id="5" name="Footer Placeholder 4">
            <a:extLst>
              <a:ext uri="{FF2B5EF4-FFF2-40B4-BE49-F238E27FC236}">
                <a16:creationId xmlns:a16="http://schemas.microsoft.com/office/drawing/2014/main" id="{68915CD2-C8CF-200E-B7A6-64032DC5B9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DD530B-B187-A459-AACC-532167C36314}"/>
              </a:ext>
            </a:extLst>
          </p:cNvPr>
          <p:cNvSpPr>
            <a:spLocks noGrp="1"/>
          </p:cNvSpPr>
          <p:nvPr>
            <p:ph type="sldNum" sz="quarter" idx="12"/>
          </p:nvPr>
        </p:nvSpPr>
        <p:spPr/>
        <p:txBody>
          <a:bodyPr/>
          <a:lstStyle/>
          <a:p>
            <a:fld id="{C2C602FE-7274-49CE-9E65-525B7BD0F1D2}" type="slidenum">
              <a:rPr lang="en-US" smtClean="0"/>
              <a:t>‹#›</a:t>
            </a:fld>
            <a:endParaRPr lang="en-US"/>
          </a:p>
        </p:txBody>
      </p:sp>
    </p:spTree>
    <p:extLst>
      <p:ext uri="{BB962C8B-B14F-4D97-AF65-F5344CB8AC3E}">
        <p14:creationId xmlns:p14="http://schemas.microsoft.com/office/powerpoint/2010/main" val="1235815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3B5CA-4BE6-CDB8-220C-D601D1BC50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5F4871-E2B5-A4DF-940A-B163CC2E09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9AC5DE-2FB9-ADC9-40F4-309EBAA12F69}"/>
              </a:ext>
            </a:extLst>
          </p:cNvPr>
          <p:cNvSpPr>
            <a:spLocks noGrp="1"/>
          </p:cNvSpPr>
          <p:nvPr>
            <p:ph type="dt" sz="half" idx="10"/>
          </p:nvPr>
        </p:nvSpPr>
        <p:spPr/>
        <p:txBody>
          <a:bodyPr/>
          <a:lstStyle/>
          <a:p>
            <a:fld id="{CF43066A-F868-4AA9-854F-91C4CABD58F9}" type="datetimeFigureOut">
              <a:rPr lang="en-US" smtClean="0"/>
              <a:t>8/27/2025</a:t>
            </a:fld>
            <a:endParaRPr lang="en-US"/>
          </a:p>
        </p:txBody>
      </p:sp>
      <p:sp>
        <p:nvSpPr>
          <p:cNvPr id="5" name="Footer Placeholder 4">
            <a:extLst>
              <a:ext uri="{FF2B5EF4-FFF2-40B4-BE49-F238E27FC236}">
                <a16:creationId xmlns:a16="http://schemas.microsoft.com/office/drawing/2014/main" id="{D2648C05-2DA0-602B-F3F9-7A2896D1D4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BC582E-C9DD-EB33-9119-8DDBF7A75EBC}"/>
              </a:ext>
            </a:extLst>
          </p:cNvPr>
          <p:cNvSpPr>
            <a:spLocks noGrp="1"/>
          </p:cNvSpPr>
          <p:nvPr>
            <p:ph type="sldNum" sz="quarter" idx="12"/>
          </p:nvPr>
        </p:nvSpPr>
        <p:spPr/>
        <p:txBody>
          <a:bodyPr/>
          <a:lstStyle/>
          <a:p>
            <a:fld id="{C2C602FE-7274-49CE-9E65-525B7BD0F1D2}" type="slidenum">
              <a:rPr lang="en-US" smtClean="0"/>
              <a:t>‹#›</a:t>
            </a:fld>
            <a:endParaRPr lang="en-US"/>
          </a:p>
        </p:txBody>
      </p:sp>
    </p:spTree>
    <p:extLst>
      <p:ext uri="{BB962C8B-B14F-4D97-AF65-F5344CB8AC3E}">
        <p14:creationId xmlns:p14="http://schemas.microsoft.com/office/powerpoint/2010/main" val="1252409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ED2C8-C580-AE7D-4F29-C13023330A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D73B0F9-5493-1445-2EA2-F7A83E9089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A9D007-489B-A96F-E123-B80D091D947A}"/>
              </a:ext>
            </a:extLst>
          </p:cNvPr>
          <p:cNvSpPr>
            <a:spLocks noGrp="1"/>
          </p:cNvSpPr>
          <p:nvPr>
            <p:ph type="dt" sz="half" idx="10"/>
          </p:nvPr>
        </p:nvSpPr>
        <p:spPr/>
        <p:txBody>
          <a:bodyPr/>
          <a:lstStyle/>
          <a:p>
            <a:fld id="{CF43066A-F868-4AA9-854F-91C4CABD58F9}" type="datetimeFigureOut">
              <a:rPr lang="en-US" smtClean="0"/>
              <a:t>8/27/2025</a:t>
            </a:fld>
            <a:endParaRPr lang="en-US"/>
          </a:p>
        </p:txBody>
      </p:sp>
      <p:sp>
        <p:nvSpPr>
          <p:cNvPr id="5" name="Footer Placeholder 4">
            <a:extLst>
              <a:ext uri="{FF2B5EF4-FFF2-40B4-BE49-F238E27FC236}">
                <a16:creationId xmlns:a16="http://schemas.microsoft.com/office/drawing/2014/main" id="{E90F60E8-77A0-A57A-04AC-A08F6CEF06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433AAB-6DCB-9A83-1882-8F72D5C1C7A7}"/>
              </a:ext>
            </a:extLst>
          </p:cNvPr>
          <p:cNvSpPr>
            <a:spLocks noGrp="1"/>
          </p:cNvSpPr>
          <p:nvPr>
            <p:ph type="sldNum" sz="quarter" idx="12"/>
          </p:nvPr>
        </p:nvSpPr>
        <p:spPr/>
        <p:txBody>
          <a:bodyPr/>
          <a:lstStyle/>
          <a:p>
            <a:fld id="{C2C602FE-7274-49CE-9E65-525B7BD0F1D2}" type="slidenum">
              <a:rPr lang="en-US" smtClean="0"/>
              <a:t>‹#›</a:t>
            </a:fld>
            <a:endParaRPr lang="en-US"/>
          </a:p>
        </p:txBody>
      </p:sp>
    </p:spTree>
    <p:extLst>
      <p:ext uri="{BB962C8B-B14F-4D97-AF65-F5344CB8AC3E}">
        <p14:creationId xmlns:p14="http://schemas.microsoft.com/office/powerpoint/2010/main" val="324186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A6147-842F-2E91-E3DE-53ABEC5764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27D4C4-72B0-1BDE-00CB-F1E736769A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321B3A4-4205-837E-5DBF-CC1ADFBC8E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8B24E8-ECAC-0BCF-3FFD-8F2D367F1AB0}"/>
              </a:ext>
            </a:extLst>
          </p:cNvPr>
          <p:cNvSpPr>
            <a:spLocks noGrp="1"/>
          </p:cNvSpPr>
          <p:nvPr>
            <p:ph type="dt" sz="half" idx="10"/>
          </p:nvPr>
        </p:nvSpPr>
        <p:spPr/>
        <p:txBody>
          <a:bodyPr/>
          <a:lstStyle/>
          <a:p>
            <a:fld id="{CF43066A-F868-4AA9-854F-91C4CABD58F9}" type="datetimeFigureOut">
              <a:rPr lang="en-US" smtClean="0"/>
              <a:t>8/27/2025</a:t>
            </a:fld>
            <a:endParaRPr lang="en-US"/>
          </a:p>
        </p:txBody>
      </p:sp>
      <p:sp>
        <p:nvSpPr>
          <p:cNvPr id="6" name="Footer Placeholder 5">
            <a:extLst>
              <a:ext uri="{FF2B5EF4-FFF2-40B4-BE49-F238E27FC236}">
                <a16:creationId xmlns:a16="http://schemas.microsoft.com/office/drawing/2014/main" id="{1E7F350B-455F-F77E-5C60-4ECABE7D5A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757F0E-0526-321A-B088-53BF74A52727}"/>
              </a:ext>
            </a:extLst>
          </p:cNvPr>
          <p:cNvSpPr>
            <a:spLocks noGrp="1"/>
          </p:cNvSpPr>
          <p:nvPr>
            <p:ph type="sldNum" sz="quarter" idx="12"/>
          </p:nvPr>
        </p:nvSpPr>
        <p:spPr/>
        <p:txBody>
          <a:bodyPr/>
          <a:lstStyle/>
          <a:p>
            <a:fld id="{C2C602FE-7274-49CE-9E65-525B7BD0F1D2}" type="slidenum">
              <a:rPr lang="en-US" smtClean="0"/>
              <a:t>‹#›</a:t>
            </a:fld>
            <a:endParaRPr lang="en-US"/>
          </a:p>
        </p:txBody>
      </p:sp>
    </p:spTree>
    <p:extLst>
      <p:ext uri="{BB962C8B-B14F-4D97-AF65-F5344CB8AC3E}">
        <p14:creationId xmlns:p14="http://schemas.microsoft.com/office/powerpoint/2010/main" val="3545740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88EB6-1274-140C-CDF3-7F8480BB04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072637-F5E3-8220-DAB4-CF7B6A30D0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3AB81D-AA10-A511-873B-8C5B43DE61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83F406-A827-59D3-339D-1F65C5ADC5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86C591-4F81-BF87-4F42-333A072C6D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61350A-2BD8-6EDA-BACF-C1A282766A47}"/>
              </a:ext>
            </a:extLst>
          </p:cNvPr>
          <p:cNvSpPr>
            <a:spLocks noGrp="1"/>
          </p:cNvSpPr>
          <p:nvPr>
            <p:ph type="dt" sz="half" idx="10"/>
          </p:nvPr>
        </p:nvSpPr>
        <p:spPr/>
        <p:txBody>
          <a:bodyPr/>
          <a:lstStyle/>
          <a:p>
            <a:fld id="{CF43066A-F868-4AA9-854F-91C4CABD58F9}" type="datetimeFigureOut">
              <a:rPr lang="en-US" smtClean="0"/>
              <a:t>8/27/2025</a:t>
            </a:fld>
            <a:endParaRPr lang="en-US"/>
          </a:p>
        </p:txBody>
      </p:sp>
      <p:sp>
        <p:nvSpPr>
          <p:cNvPr id="8" name="Footer Placeholder 7">
            <a:extLst>
              <a:ext uri="{FF2B5EF4-FFF2-40B4-BE49-F238E27FC236}">
                <a16:creationId xmlns:a16="http://schemas.microsoft.com/office/drawing/2014/main" id="{1CBA2EBD-BC69-85FD-3DAE-E86C3FD89AE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B067E7-3C18-2313-2C0B-0A45BF858D5C}"/>
              </a:ext>
            </a:extLst>
          </p:cNvPr>
          <p:cNvSpPr>
            <a:spLocks noGrp="1"/>
          </p:cNvSpPr>
          <p:nvPr>
            <p:ph type="sldNum" sz="quarter" idx="12"/>
          </p:nvPr>
        </p:nvSpPr>
        <p:spPr/>
        <p:txBody>
          <a:bodyPr/>
          <a:lstStyle/>
          <a:p>
            <a:fld id="{C2C602FE-7274-49CE-9E65-525B7BD0F1D2}" type="slidenum">
              <a:rPr lang="en-US" smtClean="0"/>
              <a:t>‹#›</a:t>
            </a:fld>
            <a:endParaRPr lang="en-US"/>
          </a:p>
        </p:txBody>
      </p:sp>
    </p:spTree>
    <p:extLst>
      <p:ext uri="{BB962C8B-B14F-4D97-AF65-F5344CB8AC3E}">
        <p14:creationId xmlns:p14="http://schemas.microsoft.com/office/powerpoint/2010/main" val="470927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96015-1124-03DB-8019-126F152A38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B1DC34-6EAD-74C5-F1D8-1A2F9182A88B}"/>
              </a:ext>
            </a:extLst>
          </p:cNvPr>
          <p:cNvSpPr>
            <a:spLocks noGrp="1"/>
          </p:cNvSpPr>
          <p:nvPr>
            <p:ph type="dt" sz="half" idx="10"/>
          </p:nvPr>
        </p:nvSpPr>
        <p:spPr/>
        <p:txBody>
          <a:bodyPr/>
          <a:lstStyle/>
          <a:p>
            <a:fld id="{CF43066A-F868-4AA9-854F-91C4CABD58F9}" type="datetimeFigureOut">
              <a:rPr lang="en-US" smtClean="0"/>
              <a:t>8/27/2025</a:t>
            </a:fld>
            <a:endParaRPr lang="en-US"/>
          </a:p>
        </p:txBody>
      </p:sp>
      <p:sp>
        <p:nvSpPr>
          <p:cNvPr id="4" name="Footer Placeholder 3">
            <a:extLst>
              <a:ext uri="{FF2B5EF4-FFF2-40B4-BE49-F238E27FC236}">
                <a16:creationId xmlns:a16="http://schemas.microsoft.com/office/drawing/2014/main" id="{97806AF8-350A-5C0B-5A58-217B5FC398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F6A405-93C1-AF4D-34DC-7068B1D31225}"/>
              </a:ext>
            </a:extLst>
          </p:cNvPr>
          <p:cNvSpPr>
            <a:spLocks noGrp="1"/>
          </p:cNvSpPr>
          <p:nvPr>
            <p:ph type="sldNum" sz="quarter" idx="12"/>
          </p:nvPr>
        </p:nvSpPr>
        <p:spPr/>
        <p:txBody>
          <a:bodyPr/>
          <a:lstStyle/>
          <a:p>
            <a:fld id="{C2C602FE-7274-49CE-9E65-525B7BD0F1D2}" type="slidenum">
              <a:rPr lang="en-US" smtClean="0"/>
              <a:t>‹#›</a:t>
            </a:fld>
            <a:endParaRPr lang="en-US"/>
          </a:p>
        </p:txBody>
      </p:sp>
    </p:spTree>
    <p:extLst>
      <p:ext uri="{BB962C8B-B14F-4D97-AF65-F5344CB8AC3E}">
        <p14:creationId xmlns:p14="http://schemas.microsoft.com/office/powerpoint/2010/main" val="1778906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D677A6-217A-024D-B5CD-C8D957534383}"/>
              </a:ext>
            </a:extLst>
          </p:cNvPr>
          <p:cNvSpPr>
            <a:spLocks noGrp="1"/>
          </p:cNvSpPr>
          <p:nvPr>
            <p:ph type="dt" sz="half" idx="10"/>
          </p:nvPr>
        </p:nvSpPr>
        <p:spPr/>
        <p:txBody>
          <a:bodyPr/>
          <a:lstStyle/>
          <a:p>
            <a:fld id="{CF43066A-F868-4AA9-854F-91C4CABD58F9}" type="datetimeFigureOut">
              <a:rPr lang="en-US" smtClean="0"/>
              <a:t>8/27/2025</a:t>
            </a:fld>
            <a:endParaRPr lang="en-US"/>
          </a:p>
        </p:txBody>
      </p:sp>
      <p:sp>
        <p:nvSpPr>
          <p:cNvPr id="3" name="Footer Placeholder 2">
            <a:extLst>
              <a:ext uri="{FF2B5EF4-FFF2-40B4-BE49-F238E27FC236}">
                <a16:creationId xmlns:a16="http://schemas.microsoft.com/office/drawing/2014/main" id="{A26F221E-F2EE-088B-3C83-2516D88A9D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9954FB-92E5-9190-CA44-4BBC3A6754B5}"/>
              </a:ext>
            </a:extLst>
          </p:cNvPr>
          <p:cNvSpPr>
            <a:spLocks noGrp="1"/>
          </p:cNvSpPr>
          <p:nvPr>
            <p:ph type="sldNum" sz="quarter" idx="12"/>
          </p:nvPr>
        </p:nvSpPr>
        <p:spPr/>
        <p:txBody>
          <a:bodyPr/>
          <a:lstStyle/>
          <a:p>
            <a:fld id="{C2C602FE-7274-49CE-9E65-525B7BD0F1D2}" type="slidenum">
              <a:rPr lang="en-US" smtClean="0"/>
              <a:t>‹#›</a:t>
            </a:fld>
            <a:endParaRPr lang="en-US"/>
          </a:p>
        </p:txBody>
      </p:sp>
    </p:spTree>
    <p:extLst>
      <p:ext uri="{BB962C8B-B14F-4D97-AF65-F5344CB8AC3E}">
        <p14:creationId xmlns:p14="http://schemas.microsoft.com/office/powerpoint/2010/main" val="1091649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31768-43D6-3F1A-1502-59967A6C0A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539D7AE-0C66-E877-705B-DBE3A32C7F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0C288A-9159-ED8E-B1C1-CB32C1595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889703-E0BB-7AD5-BFBA-899C20091291}"/>
              </a:ext>
            </a:extLst>
          </p:cNvPr>
          <p:cNvSpPr>
            <a:spLocks noGrp="1"/>
          </p:cNvSpPr>
          <p:nvPr>
            <p:ph type="dt" sz="half" idx="10"/>
          </p:nvPr>
        </p:nvSpPr>
        <p:spPr/>
        <p:txBody>
          <a:bodyPr/>
          <a:lstStyle/>
          <a:p>
            <a:fld id="{CF43066A-F868-4AA9-854F-91C4CABD58F9}" type="datetimeFigureOut">
              <a:rPr lang="en-US" smtClean="0"/>
              <a:t>8/27/2025</a:t>
            </a:fld>
            <a:endParaRPr lang="en-US"/>
          </a:p>
        </p:txBody>
      </p:sp>
      <p:sp>
        <p:nvSpPr>
          <p:cNvPr id="6" name="Footer Placeholder 5">
            <a:extLst>
              <a:ext uri="{FF2B5EF4-FFF2-40B4-BE49-F238E27FC236}">
                <a16:creationId xmlns:a16="http://schemas.microsoft.com/office/drawing/2014/main" id="{9F897E65-CEF9-2C09-6411-E4A7F8D763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0177FA-292F-C707-7C64-0DB347B2AAE7}"/>
              </a:ext>
            </a:extLst>
          </p:cNvPr>
          <p:cNvSpPr>
            <a:spLocks noGrp="1"/>
          </p:cNvSpPr>
          <p:nvPr>
            <p:ph type="sldNum" sz="quarter" idx="12"/>
          </p:nvPr>
        </p:nvSpPr>
        <p:spPr/>
        <p:txBody>
          <a:bodyPr/>
          <a:lstStyle/>
          <a:p>
            <a:fld id="{C2C602FE-7274-49CE-9E65-525B7BD0F1D2}" type="slidenum">
              <a:rPr lang="en-US" smtClean="0"/>
              <a:t>‹#›</a:t>
            </a:fld>
            <a:endParaRPr lang="en-US"/>
          </a:p>
        </p:txBody>
      </p:sp>
    </p:spTree>
    <p:extLst>
      <p:ext uri="{BB962C8B-B14F-4D97-AF65-F5344CB8AC3E}">
        <p14:creationId xmlns:p14="http://schemas.microsoft.com/office/powerpoint/2010/main" val="2142517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1FD23-745F-8012-042E-7D5CAB6593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93F703-3A1B-8092-6CE2-3AF30C12D6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955D90-3639-F53A-607E-2B2A3BC902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E20061-E197-F3EE-C785-B912B554BAB2}"/>
              </a:ext>
            </a:extLst>
          </p:cNvPr>
          <p:cNvSpPr>
            <a:spLocks noGrp="1"/>
          </p:cNvSpPr>
          <p:nvPr>
            <p:ph type="dt" sz="half" idx="10"/>
          </p:nvPr>
        </p:nvSpPr>
        <p:spPr/>
        <p:txBody>
          <a:bodyPr/>
          <a:lstStyle/>
          <a:p>
            <a:fld id="{CF43066A-F868-4AA9-854F-91C4CABD58F9}" type="datetimeFigureOut">
              <a:rPr lang="en-US" smtClean="0"/>
              <a:t>8/27/2025</a:t>
            </a:fld>
            <a:endParaRPr lang="en-US"/>
          </a:p>
        </p:txBody>
      </p:sp>
      <p:sp>
        <p:nvSpPr>
          <p:cNvPr id="6" name="Footer Placeholder 5">
            <a:extLst>
              <a:ext uri="{FF2B5EF4-FFF2-40B4-BE49-F238E27FC236}">
                <a16:creationId xmlns:a16="http://schemas.microsoft.com/office/drawing/2014/main" id="{55BAD332-46B7-6318-A612-7B07A29675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95E94F-7BDD-A8B5-5E0C-97B9CC75569D}"/>
              </a:ext>
            </a:extLst>
          </p:cNvPr>
          <p:cNvSpPr>
            <a:spLocks noGrp="1"/>
          </p:cNvSpPr>
          <p:nvPr>
            <p:ph type="sldNum" sz="quarter" idx="12"/>
          </p:nvPr>
        </p:nvSpPr>
        <p:spPr/>
        <p:txBody>
          <a:bodyPr/>
          <a:lstStyle/>
          <a:p>
            <a:fld id="{C2C602FE-7274-49CE-9E65-525B7BD0F1D2}" type="slidenum">
              <a:rPr lang="en-US" smtClean="0"/>
              <a:t>‹#›</a:t>
            </a:fld>
            <a:endParaRPr lang="en-US"/>
          </a:p>
        </p:txBody>
      </p:sp>
    </p:spTree>
    <p:extLst>
      <p:ext uri="{BB962C8B-B14F-4D97-AF65-F5344CB8AC3E}">
        <p14:creationId xmlns:p14="http://schemas.microsoft.com/office/powerpoint/2010/main" val="433649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717CB-F053-8819-307F-617E528C9B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420AF9-4159-CCE0-B0AD-310DD54040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BD4F94-86EE-BDEE-51B7-7FBB250A2D75}"/>
              </a:ext>
            </a:extLst>
          </p:cNvPr>
          <p:cNvSpPr>
            <a:spLocks noGrp="1"/>
          </p:cNvSpPr>
          <p:nvPr>
            <p:ph type="dt" sz="half" idx="10"/>
          </p:nvPr>
        </p:nvSpPr>
        <p:spPr/>
        <p:txBody>
          <a:bodyPr/>
          <a:lstStyle/>
          <a:p>
            <a:fld id="{CF43066A-F868-4AA9-854F-91C4CABD58F9}" type="datetimeFigureOut">
              <a:rPr lang="en-US" smtClean="0"/>
              <a:t>8/27/2025</a:t>
            </a:fld>
            <a:endParaRPr lang="en-US"/>
          </a:p>
        </p:txBody>
      </p:sp>
      <p:sp>
        <p:nvSpPr>
          <p:cNvPr id="5" name="Footer Placeholder 4">
            <a:extLst>
              <a:ext uri="{FF2B5EF4-FFF2-40B4-BE49-F238E27FC236}">
                <a16:creationId xmlns:a16="http://schemas.microsoft.com/office/drawing/2014/main" id="{DAFCECB8-78F3-8D3B-A8D0-402363D315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B0CAD8-ADE5-4EF1-878B-5B1B2455610E}"/>
              </a:ext>
            </a:extLst>
          </p:cNvPr>
          <p:cNvSpPr>
            <a:spLocks noGrp="1"/>
          </p:cNvSpPr>
          <p:nvPr>
            <p:ph type="sldNum" sz="quarter" idx="12"/>
          </p:nvPr>
        </p:nvSpPr>
        <p:spPr/>
        <p:txBody>
          <a:bodyPr/>
          <a:lstStyle/>
          <a:p>
            <a:fld id="{C2C602FE-7274-49CE-9E65-525B7BD0F1D2}" type="slidenum">
              <a:rPr lang="en-US" smtClean="0"/>
              <a:t>‹#›</a:t>
            </a:fld>
            <a:endParaRPr lang="en-US"/>
          </a:p>
        </p:txBody>
      </p:sp>
    </p:spTree>
    <p:extLst>
      <p:ext uri="{BB962C8B-B14F-4D97-AF65-F5344CB8AC3E}">
        <p14:creationId xmlns:p14="http://schemas.microsoft.com/office/powerpoint/2010/main" val="105287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78BC47-3E1A-70DA-564A-976AD196E4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0936A3-70B1-7B13-CC7F-E5D406F300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19A0E6-80F7-F644-94E3-F70106BF9EE3}"/>
              </a:ext>
            </a:extLst>
          </p:cNvPr>
          <p:cNvSpPr>
            <a:spLocks noGrp="1"/>
          </p:cNvSpPr>
          <p:nvPr>
            <p:ph type="dt" sz="half" idx="10"/>
          </p:nvPr>
        </p:nvSpPr>
        <p:spPr/>
        <p:txBody>
          <a:bodyPr/>
          <a:lstStyle/>
          <a:p>
            <a:fld id="{CF43066A-F868-4AA9-854F-91C4CABD58F9}" type="datetimeFigureOut">
              <a:rPr lang="en-US" smtClean="0"/>
              <a:t>8/27/2025</a:t>
            </a:fld>
            <a:endParaRPr lang="en-US"/>
          </a:p>
        </p:txBody>
      </p:sp>
      <p:sp>
        <p:nvSpPr>
          <p:cNvPr id="5" name="Footer Placeholder 4">
            <a:extLst>
              <a:ext uri="{FF2B5EF4-FFF2-40B4-BE49-F238E27FC236}">
                <a16:creationId xmlns:a16="http://schemas.microsoft.com/office/drawing/2014/main" id="{C5E19D06-9A69-C39A-BF90-642065B2EA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211FF8-9D94-526A-1B98-1E92F58C23CB}"/>
              </a:ext>
            </a:extLst>
          </p:cNvPr>
          <p:cNvSpPr>
            <a:spLocks noGrp="1"/>
          </p:cNvSpPr>
          <p:nvPr>
            <p:ph type="sldNum" sz="quarter" idx="12"/>
          </p:nvPr>
        </p:nvSpPr>
        <p:spPr/>
        <p:txBody>
          <a:bodyPr/>
          <a:lstStyle/>
          <a:p>
            <a:fld id="{C2C602FE-7274-49CE-9E65-525B7BD0F1D2}" type="slidenum">
              <a:rPr lang="en-US" smtClean="0"/>
              <a:t>‹#›</a:t>
            </a:fld>
            <a:endParaRPr lang="en-US"/>
          </a:p>
        </p:txBody>
      </p:sp>
    </p:spTree>
    <p:extLst>
      <p:ext uri="{BB962C8B-B14F-4D97-AF65-F5344CB8AC3E}">
        <p14:creationId xmlns:p14="http://schemas.microsoft.com/office/powerpoint/2010/main" val="632650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E34951-D674-A479-8BE5-1B8ED64ABE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C805EE-D933-AE61-563E-B59066E50D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D95E2E-8AA3-24D4-9627-C3B24F72AA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43066A-F868-4AA9-854F-91C4CABD58F9}" type="datetimeFigureOut">
              <a:rPr lang="en-US" smtClean="0"/>
              <a:t>8/27/2025</a:t>
            </a:fld>
            <a:endParaRPr lang="en-US"/>
          </a:p>
        </p:txBody>
      </p:sp>
      <p:sp>
        <p:nvSpPr>
          <p:cNvPr id="5" name="Footer Placeholder 4">
            <a:extLst>
              <a:ext uri="{FF2B5EF4-FFF2-40B4-BE49-F238E27FC236}">
                <a16:creationId xmlns:a16="http://schemas.microsoft.com/office/drawing/2014/main" id="{2A566522-A896-7A67-5B98-5B6DC06D18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790331-9972-7416-B35D-F15B0CA0D5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C602FE-7274-49CE-9E65-525B7BD0F1D2}" type="slidenum">
              <a:rPr lang="en-US" smtClean="0"/>
              <a:t>‹#›</a:t>
            </a:fld>
            <a:endParaRPr lang="en-US"/>
          </a:p>
        </p:txBody>
      </p:sp>
    </p:spTree>
    <p:extLst>
      <p:ext uri="{BB962C8B-B14F-4D97-AF65-F5344CB8AC3E}">
        <p14:creationId xmlns:p14="http://schemas.microsoft.com/office/powerpoint/2010/main" val="2160493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410FB11-3F89-B728-0CA1-3AF2AE65FBD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8003" y="89540"/>
            <a:ext cx="6212707" cy="95711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781026C-7946-B066-F109-EC3D5837E844}"/>
              </a:ext>
            </a:extLst>
          </p:cNvPr>
          <p:cNvSpPr txBox="1"/>
          <p:nvPr/>
        </p:nvSpPr>
        <p:spPr>
          <a:xfrm>
            <a:off x="1769873" y="1173811"/>
            <a:ext cx="8652253" cy="5681555"/>
          </a:xfrm>
          <a:prstGeom prst="rect">
            <a:avLst/>
          </a:prstGeom>
          <a:noFill/>
        </p:spPr>
        <p:txBody>
          <a:bodyPr wrap="square" lIns="91440" tIns="45720" rIns="91440" bIns="45720" anchor="t">
            <a:spAutoFit/>
          </a:bodyPr>
          <a:lstStyle/>
          <a:p>
            <a:pPr algn="ctr"/>
            <a:r>
              <a:rPr lang="en-US" sz="2400" b="1" dirty="0">
                <a:latin typeface="Times New Roman" panose="02020603050405020304" pitchFamily="18" charset="0"/>
                <a:cs typeface="Times New Roman" panose="02020603050405020304" pitchFamily="18" charset="0"/>
              </a:rPr>
              <a:t>A PROJECT PRESENTATION </a:t>
            </a:r>
          </a:p>
          <a:p>
            <a:pPr algn="ctr"/>
            <a:r>
              <a:rPr lang="en-US" sz="2400" b="1" dirty="0">
                <a:latin typeface="Times New Roman" panose="02020603050405020304" pitchFamily="18" charset="0"/>
                <a:cs typeface="Times New Roman" panose="02020603050405020304" pitchFamily="18" charset="0"/>
              </a:rPr>
              <a:t>ON</a:t>
            </a:r>
          </a:p>
          <a:p>
            <a:pPr algn="ctr"/>
            <a:r>
              <a:rPr lang="en-US" sz="2400" b="1" dirty="0">
                <a:latin typeface="Times New Roman" panose="02020603050405020304" pitchFamily="18" charset="0"/>
                <a:cs typeface="Times New Roman" panose="02020603050405020304" pitchFamily="18" charset="0"/>
              </a:rPr>
              <a:t>Digital Gujarat Tour</a:t>
            </a:r>
          </a:p>
          <a:p>
            <a:pPr algn="ctr">
              <a:tabLst>
                <a:tab pos="4052570" algn="l"/>
              </a:tabLst>
            </a:pPr>
            <a:r>
              <a:rPr lang="en-US" sz="2000" b="1" u="sng" dirty="0">
                <a:latin typeface="Times New Roman" panose="02020603050405020304" pitchFamily="18" charset="0"/>
                <a:cs typeface="Times New Roman" panose="02020603050405020304" pitchFamily="18" charset="0"/>
              </a:rPr>
              <a:t>Submitted By</a:t>
            </a:r>
          </a:p>
          <a:p>
            <a:pPr algn="ctr">
              <a:tabLst>
                <a:tab pos="4052570" algn="l"/>
              </a:tabLst>
            </a:pPr>
            <a:r>
              <a:rPr lang="en-US" sz="1600" dirty="0">
                <a:latin typeface="Times New Roman"/>
                <a:cs typeface="Times New Roman"/>
              </a:rPr>
              <a:t>Patel Charmy   ( En .No :- 23082221039 )</a:t>
            </a:r>
          </a:p>
          <a:p>
            <a:pPr algn="ctr">
              <a:tabLst>
                <a:tab pos="4052570" algn="l"/>
              </a:tabLst>
            </a:pPr>
            <a:r>
              <a:rPr lang="en-US" sz="1600" dirty="0">
                <a:latin typeface="Times New Roman"/>
                <a:cs typeface="Times New Roman"/>
              </a:rPr>
              <a:t>Mansuri Sujan ( En .NO :- 23082221020)</a:t>
            </a:r>
          </a:p>
          <a:p>
            <a:pPr algn="ctr">
              <a:tabLst>
                <a:tab pos="4052570" algn="l"/>
              </a:tabLst>
            </a:pPr>
            <a:endParaRPr lang="en-US" sz="1600" dirty="0">
              <a:latin typeface="Times New Roman"/>
              <a:cs typeface="Times New Roman"/>
            </a:endParaRPr>
          </a:p>
          <a:p>
            <a:pPr algn="ctr">
              <a:tabLst>
                <a:tab pos="4052570" algn="l"/>
              </a:tabLst>
            </a:pPr>
            <a:r>
              <a:rPr lang="en-US" sz="2000" b="1" dirty="0">
                <a:latin typeface="Times New Roman" panose="02020603050405020304" pitchFamily="18" charset="0"/>
                <a:cs typeface="Times New Roman" panose="02020603050405020304" pitchFamily="18" charset="0"/>
              </a:rPr>
              <a:t>B.Sc.(CA&amp;IT)  - V</a:t>
            </a:r>
          </a:p>
          <a:p>
            <a:pPr algn="ctr">
              <a:lnSpc>
                <a:spcPct val="170000"/>
              </a:lnSpc>
            </a:pPr>
            <a:r>
              <a:rPr lang="en-US" sz="1600" b="1" dirty="0">
                <a:latin typeface="Times New Roman" panose="02020603050405020304" pitchFamily="18" charset="0"/>
                <a:cs typeface="Times New Roman" panose="02020603050405020304" pitchFamily="18" charset="0"/>
              </a:rPr>
              <a:t>U15A5PRI : INDUSTRIAL PROJECT – I</a:t>
            </a:r>
            <a:br>
              <a:rPr lang="en-US" sz="16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Group No:- 25</a:t>
            </a:r>
          </a:p>
          <a:p>
            <a:pPr algn="ctr">
              <a:lnSpc>
                <a:spcPct val="120000"/>
              </a:lnSpc>
            </a:pPr>
            <a:r>
              <a:rPr lang="en-US" sz="2400" b="1" u="sng" dirty="0">
                <a:latin typeface="Times New Roman" panose="02020603050405020304" pitchFamily="18" charset="0"/>
                <a:cs typeface="Times New Roman" panose="02020603050405020304" pitchFamily="18" charset="0"/>
              </a:rPr>
              <a:t>Internal Guide</a:t>
            </a:r>
          </a:p>
          <a:p>
            <a:pPr algn="ctr">
              <a:lnSpc>
                <a:spcPct val="120000"/>
              </a:lnSpc>
            </a:pPr>
            <a:r>
              <a:rPr lang="en-US" sz="1600" dirty="0">
                <a:latin typeface="Times New Roman"/>
                <a:cs typeface="Times New Roman"/>
              </a:rPr>
              <a:t>Kimi Modi</a:t>
            </a:r>
            <a:endParaRPr lang="en-US" sz="1600" dirty="0">
              <a:latin typeface="Times New Roman" panose="02020603050405020304" pitchFamily="18" charset="0"/>
              <a:cs typeface="Times New Roman" panose="02020603050405020304" pitchFamily="18" charset="0"/>
            </a:endParaRPr>
          </a:p>
          <a:p>
            <a:pPr algn="ctr">
              <a:lnSpc>
                <a:spcPct val="120000"/>
              </a:lnSpc>
            </a:pPr>
            <a:endParaRPr lang="en-US" sz="500" b="1" u="sng" dirty="0">
              <a:latin typeface="Times New Roman" panose="02020603050405020304" pitchFamily="18" charset="0"/>
              <a:cs typeface="Times New Roman" panose="02020603050405020304" pitchFamily="18" charset="0"/>
            </a:endParaRPr>
          </a:p>
          <a:p>
            <a:pPr algn="ctr"/>
            <a:r>
              <a:rPr lang="en-US" sz="2400" b="1" u="sng" dirty="0">
                <a:latin typeface="Times New Roman" panose="02020603050405020304" pitchFamily="18" charset="0"/>
                <a:cs typeface="Times New Roman" panose="02020603050405020304" pitchFamily="18" charset="0"/>
              </a:rPr>
              <a:t>Submitted</a:t>
            </a:r>
            <a:r>
              <a:rPr lang="en-US" sz="2000" b="1" u="sng" dirty="0">
                <a:latin typeface="Times New Roman" panose="02020603050405020304" pitchFamily="18" charset="0"/>
                <a:cs typeface="Times New Roman" panose="02020603050405020304" pitchFamily="18" charset="0"/>
              </a:rPr>
              <a:t> To</a:t>
            </a:r>
            <a:endParaRPr lang="en-US" sz="2000" b="1"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Department of Computer Science,</a:t>
            </a:r>
          </a:p>
          <a:p>
            <a:pPr algn="ctr"/>
            <a:r>
              <a:rPr lang="en-US" sz="1600" dirty="0">
                <a:latin typeface="Times New Roman" panose="02020603050405020304" pitchFamily="18" charset="0"/>
                <a:cs typeface="Times New Roman" panose="02020603050405020304" pitchFamily="18" charset="0"/>
              </a:rPr>
              <a:t>Ganpat University, Ganpat Vidyanagar – 384012</a:t>
            </a:r>
          </a:p>
          <a:p>
            <a:pPr algn="ctr"/>
            <a:r>
              <a:rPr lang="en-US" sz="1600" dirty="0">
                <a:latin typeface="Times New Roman" panose="02020603050405020304" pitchFamily="18" charset="0"/>
                <a:cs typeface="Times New Roman" panose="02020603050405020304" pitchFamily="18" charset="0"/>
              </a:rPr>
              <a:t>Academic Year 2024-2025</a:t>
            </a:r>
          </a:p>
          <a:p>
            <a:pPr algn="ctr"/>
            <a:endParaRPr lang="en-US" sz="1600" dirty="0"/>
          </a:p>
        </p:txBody>
      </p:sp>
    </p:spTree>
    <p:extLst>
      <p:ext uri="{BB962C8B-B14F-4D97-AF65-F5344CB8AC3E}">
        <p14:creationId xmlns:p14="http://schemas.microsoft.com/office/powerpoint/2010/main" val="1477302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C5F263-1FD7-E7E9-BF0F-7E3931C0EB0B}"/>
              </a:ext>
            </a:extLst>
          </p:cNvPr>
          <p:cNvSpPr txBox="1"/>
          <p:nvPr/>
        </p:nvSpPr>
        <p:spPr>
          <a:xfrm>
            <a:off x="2772696" y="129569"/>
            <a:ext cx="6096000" cy="369332"/>
          </a:xfrm>
          <a:prstGeom prst="rect">
            <a:avLst/>
          </a:prstGeom>
          <a:noFill/>
        </p:spPr>
        <p:txBody>
          <a:bodyPr wrap="square">
            <a:spAutoFit/>
          </a:bodyPr>
          <a:lstStyle/>
          <a:p>
            <a:pPr marL="257175" indent="-257175" algn="ctr"/>
            <a:r>
              <a:rPr lang="en-US" sz="1800" b="1" u="sng" dirty="0">
                <a:latin typeface="Times New Roman" panose="02020603050405020304" pitchFamily="18" charset="0"/>
                <a:cs typeface="Times New Roman" panose="02020603050405020304" pitchFamily="18" charset="0"/>
              </a:rPr>
              <a:t>1. PROJECT PROFILE</a:t>
            </a:r>
          </a:p>
        </p:txBody>
      </p:sp>
      <p:graphicFrame>
        <p:nvGraphicFramePr>
          <p:cNvPr id="7" name="Table 6">
            <a:extLst>
              <a:ext uri="{FF2B5EF4-FFF2-40B4-BE49-F238E27FC236}">
                <a16:creationId xmlns:a16="http://schemas.microsoft.com/office/drawing/2014/main" id="{626E6BFD-113F-6268-B0C4-2A090F2B42F0}"/>
              </a:ext>
            </a:extLst>
          </p:cNvPr>
          <p:cNvGraphicFramePr>
            <a:graphicFrameLocks noGrp="1"/>
          </p:cNvGraphicFramePr>
          <p:nvPr>
            <p:extLst>
              <p:ext uri="{D42A27DB-BD31-4B8C-83A1-F6EECF244321}">
                <p14:modId xmlns:p14="http://schemas.microsoft.com/office/powerpoint/2010/main" val="4054519300"/>
              </p:ext>
            </p:extLst>
          </p:nvPr>
        </p:nvGraphicFramePr>
        <p:xfrm>
          <a:off x="601121" y="528795"/>
          <a:ext cx="10735473" cy="6199636"/>
        </p:xfrm>
        <a:graphic>
          <a:graphicData uri="http://schemas.openxmlformats.org/drawingml/2006/table">
            <a:tbl>
              <a:tblPr firstRow="1" bandRow="1">
                <a:tableStyleId>{5940675A-B579-460E-94D1-54222C63F5DA}</a:tableStyleId>
              </a:tblPr>
              <a:tblGrid>
                <a:gridCol w="3538794">
                  <a:extLst>
                    <a:ext uri="{9D8B030D-6E8A-4147-A177-3AD203B41FA5}">
                      <a16:colId xmlns:a16="http://schemas.microsoft.com/office/drawing/2014/main" val="20000"/>
                    </a:ext>
                  </a:extLst>
                </a:gridCol>
                <a:gridCol w="7196679">
                  <a:extLst>
                    <a:ext uri="{9D8B030D-6E8A-4147-A177-3AD203B41FA5}">
                      <a16:colId xmlns:a16="http://schemas.microsoft.com/office/drawing/2014/main" val="20001"/>
                    </a:ext>
                  </a:extLst>
                </a:gridCol>
              </a:tblGrid>
              <a:tr h="442452">
                <a:tc>
                  <a:txBody>
                    <a:bodyPr/>
                    <a:lstStyle/>
                    <a:p>
                      <a:pPr>
                        <a:lnSpc>
                          <a:spcPct val="150000"/>
                        </a:lnSpc>
                      </a:pPr>
                      <a:r>
                        <a:rPr lang="en-US" sz="1600" b="1" dirty="0">
                          <a:latin typeface="Times New Roman" panose="02020603050405020304" pitchFamily="18" charset="0"/>
                          <a:cs typeface="Times New Roman" panose="02020603050405020304" pitchFamily="18" charset="0"/>
                        </a:rPr>
                        <a:t>Project  Profile  :</a:t>
                      </a:r>
                    </a:p>
                  </a:txBody>
                  <a:tcPr marL="68580" marR="68580" marT="34290" marB="34290"/>
                </a:tc>
                <a:tc>
                  <a:txBody>
                    <a:bodyPr/>
                    <a:lstStyle/>
                    <a:p>
                      <a:pPr>
                        <a:lnSpc>
                          <a:spcPct val="150000"/>
                        </a:lnSpc>
                      </a:pPr>
                      <a:r>
                        <a:rPr lang="en-US" sz="1600" dirty="0">
                          <a:latin typeface="Times New Roman"/>
                          <a:cs typeface="Times New Roman"/>
                        </a:rPr>
                        <a:t>Digital Gujarat Tour web application</a:t>
                      </a:r>
                    </a:p>
                  </a:txBody>
                  <a:tcPr marL="68580" marR="68580" marT="34290" marB="34290"/>
                </a:tc>
                <a:extLst>
                  <a:ext uri="{0D108BD9-81ED-4DB2-BD59-A6C34878D82A}">
                    <a16:rowId xmlns:a16="http://schemas.microsoft.com/office/drawing/2014/main" val="10000"/>
                  </a:ext>
                </a:extLst>
              </a:tr>
              <a:tr h="1149273">
                <a:tc>
                  <a:txBody>
                    <a:bodyPr/>
                    <a:lstStyle/>
                    <a:p>
                      <a:pPr>
                        <a:lnSpc>
                          <a:spcPct val="150000"/>
                        </a:lnSpc>
                      </a:pPr>
                      <a:r>
                        <a:rPr lang="en-US" sz="1600" b="1" dirty="0">
                          <a:latin typeface="Times New Roman" panose="02020603050405020304" pitchFamily="18" charset="0"/>
                          <a:cs typeface="Times New Roman" panose="02020603050405020304" pitchFamily="18" charset="0"/>
                        </a:rPr>
                        <a:t>Objective:</a:t>
                      </a:r>
                    </a:p>
                  </a:txBody>
                  <a:tcPr marL="68580" marR="68580" marT="34290" marB="34290"/>
                </a:tc>
                <a:tc>
                  <a:txBody>
                    <a:bodyPr/>
                    <a:lstStyle/>
                    <a:p>
                      <a:pPr algn="just">
                        <a:lnSpc>
                          <a:spcPct val="150000"/>
                        </a:lnSpc>
                      </a:pPr>
                      <a:r>
                        <a:rPr kumimoji="0" lang="en-US" sz="1600" b="0" i="0" kern="1200" dirty="0">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The objective of this project is to create a Digital Gujarat Tour System that manages all tourism activities on one platform. Users can register, explore different tour packages, make bookings, and cancel them if required. The admin can handle users, tour packages, and bookings to keep the system well-organized. Tourists can also provide feedback and contact the admin for any help or queries. This project aims to make travel planning simple, faster, and more convenient while promoting tourism in Gujarat.</a:t>
                      </a:r>
                    </a:p>
                  </a:txBody>
                  <a:tcPr marL="68580" marR="68580" marT="34290" marB="34290"/>
                </a:tc>
                <a:extLst>
                  <a:ext uri="{0D108BD9-81ED-4DB2-BD59-A6C34878D82A}">
                    <a16:rowId xmlns:a16="http://schemas.microsoft.com/office/drawing/2014/main" val="10001"/>
                  </a:ext>
                </a:extLst>
              </a:tr>
              <a:tr h="426857">
                <a:tc>
                  <a:txBody>
                    <a:bodyPr/>
                    <a:lstStyle/>
                    <a:p>
                      <a:pPr>
                        <a:lnSpc>
                          <a:spcPct val="150000"/>
                        </a:lnSpc>
                      </a:pPr>
                      <a:r>
                        <a:rPr lang="en-US" sz="1600" b="1" dirty="0">
                          <a:latin typeface="Times New Roman" panose="02020603050405020304" pitchFamily="18" charset="0"/>
                          <a:cs typeface="Times New Roman" panose="02020603050405020304" pitchFamily="18" charset="0"/>
                        </a:rPr>
                        <a:t>Platform of Application:</a:t>
                      </a:r>
                    </a:p>
                  </a:txBody>
                  <a:tcPr marL="68580" marR="68580" marT="34290" marB="34290"/>
                </a:tc>
                <a:tc>
                  <a:txBody>
                    <a:bodyPr/>
                    <a:lstStyle/>
                    <a:p>
                      <a:pPr>
                        <a:lnSpc>
                          <a:spcPct val="150000"/>
                        </a:lnSpc>
                      </a:pPr>
                      <a:r>
                        <a:rPr lang="en-US" sz="1600" dirty="0">
                          <a:latin typeface="Times New Roman" panose="02020603050405020304" pitchFamily="18" charset="0"/>
                          <a:cs typeface="Times New Roman" panose="02020603050405020304" pitchFamily="18" charset="0"/>
                        </a:rPr>
                        <a:t>Web</a:t>
                      </a:r>
                      <a:r>
                        <a:rPr lang="en-US" sz="1600" baseline="0" dirty="0">
                          <a:latin typeface="Times New Roman" panose="02020603050405020304" pitchFamily="18" charset="0"/>
                          <a:cs typeface="Times New Roman" panose="02020603050405020304" pitchFamily="18" charset="0"/>
                        </a:rPr>
                        <a:t> base Application</a:t>
                      </a:r>
                      <a:endParaRPr lang="en-US" sz="16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0002"/>
                  </a:ext>
                </a:extLst>
              </a:tr>
              <a:tr h="355980">
                <a:tc>
                  <a:txBody>
                    <a:bodyPr/>
                    <a:lstStyle/>
                    <a:p>
                      <a:pPr>
                        <a:lnSpc>
                          <a:spcPct val="150000"/>
                        </a:lnSpc>
                      </a:pPr>
                      <a:r>
                        <a:rPr lang="en-US" sz="1600" b="1" dirty="0">
                          <a:latin typeface="Times New Roman" panose="02020603050405020304" pitchFamily="18" charset="0"/>
                          <a:cs typeface="Times New Roman" panose="02020603050405020304" pitchFamily="18" charset="0"/>
                        </a:rPr>
                        <a:t>Front End Tool:</a:t>
                      </a:r>
                    </a:p>
                  </a:txBody>
                  <a:tcPr marL="68580" marR="68580" marT="34290" marB="34290"/>
                </a:tc>
                <a:tc>
                  <a:txBody>
                    <a:bodyPr/>
                    <a:lstStyle/>
                    <a:p>
                      <a:pPr marL="0" marR="0" lvl="0" indent="0" algn="l" defTabSz="914400" rtl="0" eaLnBrk="1" fontAlgn="base" latinLnBrk="0" hangingPunct="1">
                        <a:lnSpc>
                          <a:spcPct val="150000"/>
                        </a:lnSpc>
                        <a:spcBef>
                          <a:spcPct val="20000"/>
                        </a:spcBef>
                        <a:spcAft>
                          <a:spcPct val="0"/>
                        </a:spcAft>
                        <a:buClr>
                          <a:schemeClr val="accent1"/>
                        </a:buClr>
                        <a:buSzPct val="65000"/>
                        <a:buFont typeface="Wingdings" panose="05000000000000000000" pitchFamily="2" charset="2"/>
                        <a:buNone/>
                      </a:pPr>
                      <a:r>
                        <a:rPr kumimoji="0" lang="en-US" sz="1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PHP 8.0</a:t>
                      </a: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34290" marB="34290" horzOverflow="overflow"/>
                </a:tc>
                <a:extLst>
                  <a:ext uri="{0D108BD9-81ED-4DB2-BD59-A6C34878D82A}">
                    <a16:rowId xmlns:a16="http://schemas.microsoft.com/office/drawing/2014/main" val="10003"/>
                  </a:ext>
                </a:extLst>
              </a:tr>
              <a:tr h="353962">
                <a:tc>
                  <a:txBody>
                    <a:bodyPr/>
                    <a:lstStyle/>
                    <a:p>
                      <a:pPr>
                        <a:lnSpc>
                          <a:spcPct val="150000"/>
                        </a:lnSpc>
                      </a:pPr>
                      <a:r>
                        <a:rPr lang="en-US" sz="1600" b="1" dirty="0">
                          <a:latin typeface="Times New Roman" panose="02020603050405020304" pitchFamily="18" charset="0"/>
                          <a:cs typeface="Times New Roman" panose="02020603050405020304" pitchFamily="18" charset="0"/>
                        </a:rPr>
                        <a:t>Back End Tool:</a:t>
                      </a:r>
                    </a:p>
                  </a:txBody>
                  <a:tcPr marL="68580" marR="68580" marT="34290" marB="34290"/>
                </a:tc>
                <a:tc>
                  <a:txBody>
                    <a:bodyPr/>
                    <a:lstStyle/>
                    <a:p>
                      <a:pPr marL="0" marR="0" algn="l">
                        <a:lnSpc>
                          <a:spcPct val="150000"/>
                        </a:lnSpc>
                        <a:spcBef>
                          <a:spcPts val="0"/>
                        </a:spcBef>
                        <a:spcAft>
                          <a:spcPts val="0"/>
                        </a:spcAft>
                      </a:pPr>
                      <a:r>
                        <a:rPr lang="en-US" sz="1600" kern="1200" dirty="0">
                          <a:latin typeface="Times New Roman" panose="02020603050405020304" pitchFamily="18" charset="0"/>
                          <a:cs typeface="Times New Roman" panose="02020603050405020304" pitchFamily="18" charset="0"/>
                        </a:rPr>
                        <a:t>MySQL 8.0.39</a:t>
                      </a:r>
                      <a:endParaRPr lang="en-US" sz="1600" b="0" dirty="0">
                        <a:latin typeface="Times New Roman" panose="02020603050405020304" pitchFamily="18" charset="0"/>
                        <a:ea typeface="Times New Roman" panose="02020603050405020304"/>
                        <a:cs typeface="Times New Roman" panose="02020603050405020304" pitchFamily="18" charset="0"/>
                      </a:endParaRPr>
                    </a:p>
                  </a:txBody>
                  <a:tcPr marL="68580" marR="68580" marT="34290" marB="34290"/>
                </a:tc>
                <a:extLst>
                  <a:ext uri="{0D108BD9-81ED-4DB2-BD59-A6C34878D82A}">
                    <a16:rowId xmlns:a16="http://schemas.microsoft.com/office/drawing/2014/main" val="10004"/>
                  </a:ext>
                </a:extLst>
              </a:tr>
              <a:tr h="363793">
                <a:tc>
                  <a:txBody>
                    <a:bodyPr/>
                    <a:lstStyle/>
                    <a:p>
                      <a:pPr>
                        <a:lnSpc>
                          <a:spcPct val="150000"/>
                        </a:lnSpc>
                      </a:pPr>
                      <a:r>
                        <a:rPr lang="en-US" sz="1600" b="1" dirty="0">
                          <a:latin typeface="Times New Roman" panose="02020603050405020304" pitchFamily="18" charset="0"/>
                          <a:cs typeface="Times New Roman" panose="02020603050405020304" pitchFamily="18" charset="0"/>
                        </a:rPr>
                        <a:t>Project Duration :</a:t>
                      </a:r>
                    </a:p>
                  </a:txBody>
                  <a:tcPr marL="68580" marR="68580" marT="34290" marB="34290"/>
                </a:tc>
                <a:tc>
                  <a:txBody>
                    <a:bodyPr/>
                    <a:lstStyle/>
                    <a:p>
                      <a:pPr>
                        <a:lnSpc>
                          <a:spcPct val="150000"/>
                        </a:lnSpc>
                      </a:pPr>
                      <a:r>
                        <a:rPr kumimoji="0" lang="en-IN" sz="1600" kern="1200" dirty="0">
                          <a:effectLst/>
                          <a:latin typeface="Times New Roman" panose="02020603050405020304" pitchFamily="18" charset="0"/>
                          <a:cs typeface="Times New Roman" panose="02020603050405020304" pitchFamily="18" charset="0"/>
                        </a:rPr>
                        <a:t>90 Days</a:t>
                      </a:r>
                      <a:endParaRPr kumimoji="0" lang="en-IN" sz="16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tc>
                <a:extLst>
                  <a:ext uri="{0D108BD9-81ED-4DB2-BD59-A6C34878D82A}">
                    <a16:rowId xmlns:a16="http://schemas.microsoft.com/office/drawing/2014/main" val="10005"/>
                  </a:ext>
                </a:extLst>
              </a:tr>
              <a:tr h="383319">
                <a:tc>
                  <a:txBody>
                    <a:bodyPr/>
                    <a:lstStyle/>
                    <a:p>
                      <a:pPr>
                        <a:lnSpc>
                          <a:spcPct val="150000"/>
                        </a:lnSpc>
                      </a:pPr>
                      <a:r>
                        <a:rPr lang="en-US" sz="1600" b="1" dirty="0">
                          <a:latin typeface="Times New Roman" panose="02020603050405020304" pitchFamily="18" charset="0"/>
                          <a:cs typeface="Times New Roman" panose="02020603050405020304" pitchFamily="18" charset="0"/>
                        </a:rPr>
                        <a:t>Internal Project Guide :</a:t>
                      </a:r>
                    </a:p>
                  </a:txBody>
                  <a:tcPr marL="68580" marR="68580" marT="34290" marB="34290"/>
                </a:tc>
                <a:tc>
                  <a:txBody>
                    <a:bodyPr/>
                    <a:lstStyle/>
                    <a:p>
                      <a:pPr marL="0" marR="0" lvl="0" indent="0" algn="l" rtl="0" eaLnBrk="1" fontAlgn="auto" latinLnBrk="0" hangingPunct="1">
                        <a:lnSpc>
                          <a:spcPct val="150000"/>
                        </a:lnSpc>
                        <a:spcBef>
                          <a:spcPts val="0"/>
                        </a:spcBef>
                        <a:spcAft>
                          <a:spcPts val="0"/>
                        </a:spcAft>
                        <a:buClrTx/>
                        <a:buSzTx/>
                        <a:buFontTx/>
                        <a:buNone/>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Kimi Modi</a:t>
                      </a:r>
                    </a:p>
                  </a:txBody>
                  <a:tcPr marL="68580" marR="68580" marT="34290" marB="34290"/>
                </a:tc>
                <a:extLst>
                  <a:ext uri="{0D108BD9-81ED-4DB2-BD59-A6C34878D82A}">
                    <a16:rowId xmlns:a16="http://schemas.microsoft.com/office/drawing/2014/main" val="10006"/>
                  </a:ext>
                </a:extLst>
              </a:tr>
              <a:tr h="688039">
                <a:tc>
                  <a:txBody>
                    <a:bodyPr/>
                    <a:lstStyle/>
                    <a:p>
                      <a:pPr>
                        <a:lnSpc>
                          <a:spcPct val="150000"/>
                        </a:lnSpc>
                      </a:pPr>
                      <a:r>
                        <a:rPr lang="en-US" sz="1600" b="1" dirty="0">
                          <a:latin typeface="Times New Roman" panose="02020603050405020304" pitchFamily="18" charset="0"/>
                          <a:cs typeface="Times New Roman" panose="02020603050405020304" pitchFamily="18" charset="0"/>
                        </a:rPr>
                        <a:t>Submitted By</a:t>
                      </a:r>
                      <a:r>
                        <a:rPr lang="en-US" sz="1600" b="1" baseline="0" dirty="0">
                          <a:latin typeface="Times New Roman" panose="02020603050405020304" pitchFamily="18" charset="0"/>
                          <a:cs typeface="Times New Roman" panose="02020603050405020304" pitchFamily="18" charset="0"/>
                        </a:rPr>
                        <a:t> :</a:t>
                      </a:r>
                      <a:endParaRPr lang="en-US" sz="1600" b="1" dirty="0">
                        <a:latin typeface="Times New Roman" panose="02020603050405020304" pitchFamily="18" charset="0"/>
                        <a:cs typeface="Times New Roman" panose="02020603050405020304" pitchFamily="18" charset="0"/>
                      </a:endParaRPr>
                    </a:p>
                  </a:txBody>
                  <a:tcPr marL="68580" marR="68580" marT="34290" marB="34290"/>
                </a:tc>
                <a:tc>
                  <a:txBody>
                    <a:bodyPr/>
                    <a:lstStyle/>
                    <a:p>
                      <a:pPr marL="0" marR="0" lvl="0" indent="0" algn="l" rtl="0" eaLnBrk="1" fontAlgn="auto" latinLnBrk="0" hangingPunct="1">
                        <a:lnSpc>
                          <a:spcPct val="150000"/>
                        </a:lnSpc>
                        <a:spcBef>
                          <a:spcPts val="0"/>
                        </a:spcBef>
                        <a:spcAft>
                          <a:spcPts val="0"/>
                        </a:spcAft>
                        <a:buClrTx/>
                        <a:buSzTx/>
                        <a:buFontTx/>
                        <a:buNone/>
                      </a:pPr>
                      <a:r>
                        <a:rPr lang="en-US" sz="1600" u="none" strike="noStrike" cap="none" normalizeH="0" baseline="0" dirty="0">
                          <a:ln>
                            <a:noFill/>
                          </a:ln>
                          <a:effectLst/>
                          <a:latin typeface="Times New Roman"/>
                          <a:cs typeface="Times New Roman"/>
                        </a:rPr>
                        <a:t>Mansuri Sujan ( En.no :-23082221020)</a:t>
                      </a:r>
                    </a:p>
                    <a:p>
                      <a:pPr marL="0" marR="0" lvl="0" indent="0" algn="l" rtl="0" eaLnBrk="1" fontAlgn="auto" latinLnBrk="0" hangingPunct="1">
                        <a:lnSpc>
                          <a:spcPct val="150000"/>
                        </a:lnSpc>
                        <a:spcBef>
                          <a:spcPts val="0"/>
                        </a:spcBef>
                        <a:spcAft>
                          <a:spcPts val="0"/>
                        </a:spcAft>
                        <a:buClrTx/>
                        <a:buSzTx/>
                        <a:buFontTx/>
                        <a:buNone/>
                      </a:pPr>
                      <a:r>
                        <a:rPr lang="en-US" sz="1600" u="none" strike="noStrike" cap="none" normalizeH="0" baseline="0" dirty="0">
                          <a:ln>
                            <a:noFill/>
                          </a:ln>
                          <a:effectLst/>
                          <a:latin typeface="Times New Roman"/>
                          <a:cs typeface="Times New Roman"/>
                        </a:rPr>
                        <a:t>Patel Charmy  ( En.no :-23082221039)</a:t>
                      </a:r>
                    </a:p>
                  </a:txBody>
                  <a:tcPr marL="68580" marR="68580" marT="34290" marB="34290"/>
                </a:tc>
                <a:extLst>
                  <a:ext uri="{0D108BD9-81ED-4DB2-BD59-A6C34878D82A}">
                    <a16:rowId xmlns:a16="http://schemas.microsoft.com/office/drawing/2014/main" val="10007"/>
                  </a:ext>
                </a:extLst>
              </a:tr>
              <a:tr h="426857">
                <a:tc>
                  <a:txBody>
                    <a:bodyPr/>
                    <a:lstStyle/>
                    <a:p>
                      <a:pPr>
                        <a:lnSpc>
                          <a:spcPct val="150000"/>
                        </a:lnSpc>
                      </a:pPr>
                      <a:r>
                        <a:rPr lang="en-US" sz="1600" b="1" dirty="0">
                          <a:latin typeface="Times New Roman" panose="02020603050405020304" pitchFamily="18" charset="0"/>
                          <a:cs typeface="Times New Roman" panose="02020603050405020304" pitchFamily="18" charset="0"/>
                        </a:rPr>
                        <a:t>Submitted To :</a:t>
                      </a:r>
                    </a:p>
                  </a:txBody>
                  <a:tcPr marL="68580" marR="68580" marT="34290" marB="34290"/>
                </a:tc>
                <a:tc>
                  <a:txBody>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sz="1600" u="none" strike="noStrike" cap="none" normalizeH="0" baseline="0" dirty="0">
                          <a:ln>
                            <a:noFill/>
                          </a:ln>
                          <a:effectLst/>
                          <a:latin typeface="Times New Roman" panose="02020603050405020304" pitchFamily="18" charset="0"/>
                          <a:cs typeface="Times New Roman" panose="02020603050405020304" pitchFamily="18" charset="0"/>
                        </a:rPr>
                        <a:t>Department Of Computer Science</a:t>
                      </a: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102232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D416CC4-ED32-612C-57F8-295D65796A83}"/>
              </a:ext>
            </a:extLst>
          </p:cNvPr>
          <p:cNvSpPr/>
          <p:nvPr/>
        </p:nvSpPr>
        <p:spPr>
          <a:xfrm flipH="1">
            <a:off x="1270819" y="1679235"/>
            <a:ext cx="9650363" cy="419755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lnSpc>
                <a:spcPct val="150000"/>
              </a:lnSpc>
              <a:buFont typeface="Wingdings" panose="05000000000000000000" pitchFamily="2" charset="2"/>
              <a:buChar char="Ø"/>
            </a:pPr>
            <a:r>
              <a:rPr lang="en-US">
                <a:latin typeface="Times New Roman" panose="02020603050405020304" pitchFamily="18" charset="0"/>
                <a:cs typeface="Times New Roman" panose="02020603050405020304" pitchFamily="18" charset="0"/>
              </a:rPr>
              <a:t>System Tourism activities managed manually or through separate platforms. Travelers rely on travel agents, calls, or multiple websites for bookings.</a:t>
            </a:r>
          </a:p>
          <a:p>
            <a:pPr marL="285750" indent="-285750" algn="just">
              <a:lnSpc>
                <a:spcPct val="150000"/>
              </a:lnSpc>
              <a:buFont typeface="Wingdings" panose="05000000000000000000" pitchFamily="2" charset="2"/>
              <a:buChar char="Ø"/>
            </a:pPr>
            <a:r>
              <a:rPr lang="en-US">
                <a:latin typeface="Times New Roman" panose="02020603050405020304" pitchFamily="18" charset="0"/>
                <a:cs typeface="Times New Roman" panose="02020603050405020304" pitchFamily="18" charset="0"/>
              </a:rPr>
              <a:t>Information about tourist places is scattered across different sources.</a:t>
            </a:r>
          </a:p>
          <a:p>
            <a:pPr marL="285750" indent="-285750" algn="just">
              <a:lnSpc>
                <a:spcPct val="150000"/>
              </a:lnSpc>
              <a:buFont typeface="Wingdings" panose="05000000000000000000" pitchFamily="2" charset="2"/>
              <a:buChar char="Ø"/>
            </a:pPr>
            <a:r>
              <a:rPr lang="en-US">
                <a:latin typeface="Times New Roman" panose="02020603050405020304" pitchFamily="18" charset="0"/>
                <a:cs typeface="Times New Roman" panose="02020603050405020304" pitchFamily="18" charset="0"/>
              </a:rPr>
              <a:t>No single system for booking , transport, and packages together.</a:t>
            </a:r>
          </a:p>
          <a:p>
            <a:pPr marL="285750" indent="-285750" algn="just">
              <a:lnSpc>
                <a:spcPct val="150000"/>
              </a:lnSpc>
              <a:buFont typeface="Wingdings" panose="05000000000000000000" pitchFamily="2" charset="2"/>
              <a:buChar char="Ø"/>
            </a:pPr>
            <a:r>
              <a:rPr lang="en-US">
                <a:latin typeface="Times New Roman" panose="02020603050405020304" pitchFamily="18" charset="0"/>
                <a:cs typeface="Times New Roman" panose="02020603050405020304" pitchFamily="18" charset="0"/>
              </a:rPr>
              <a:t>Payment and cancellation process is slow and confusing.</a:t>
            </a:r>
          </a:p>
          <a:p>
            <a:pPr marL="285750" indent="-285750" algn="just">
              <a:lnSpc>
                <a:spcPct val="150000"/>
              </a:lnSpc>
              <a:buFont typeface="Wingdings" panose="05000000000000000000" pitchFamily="2" charset="2"/>
              <a:buChar char="Ø"/>
            </a:pPr>
            <a:r>
              <a:rPr lang="en-US">
                <a:latin typeface="Times New Roman" panose="02020603050405020304" pitchFamily="18" charset="0"/>
                <a:cs typeface="Times New Roman" panose="02020603050405020304" pitchFamily="18" charset="0"/>
              </a:rPr>
              <a:t>Tourist feedback and support are mostly offline or limited.</a:t>
            </a:r>
          </a:p>
          <a:p>
            <a:pPr algn="just">
              <a:lnSpc>
                <a:spcPct val="150000"/>
              </a:lnSpc>
            </a:pPr>
            <a:endParaRPr lang="en-US">
              <a:latin typeface="Times New Roman" panose="02020603050405020304" pitchFamily="18" charset="0"/>
              <a:cs typeface="Times New Roman" panose="02020603050405020304" pitchFamily="18" charset="0"/>
            </a:endParaRPr>
          </a:p>
          <a:p>
            <a:pPr algn="just">
              <a:lnSpc>
                <a:spcPct val="150000"/>
              </a:lnSpc>
            </a:pPr>
            <a:endParaRPr lang="en-US">
              <a:latin typeface="Times New Roman" panose="02020603050405020304" pitchFamily="18" charset="0"/>
              <a:cs typeface="Times New Roman" panose="02020603050405020304" pitchFamily="18" charset="0"/>
            </a:endParaRPr>
          </a:p>
          <a:p>
            <a:pPr marL="214313" indent="-214313">
              <a:lnSpc>
                <a:spcPct val="150000"/>
              </a:lnSpc>
              <a:buFont typeface="Wingdings" panose="05000000000000000000" pitchFamily="2" charset="2"/>
              <a:buChar char="Ø"/>
            </a:pPr>
            <a:endParaRPr lang="en-US"/>
          </a:p>
          <a:p>
            <a:pPr marL="214313" indent="-214313">
              <a:lnSpc>
                <a:spcPct val="150000"/>
              </a:lnSpc>
              <a:buFont typeface="Wingdings" panose="05000000000000000000" pitchFamily="2" charset="2"/>
              <a:buChar char="Ø"/>
            </a:pPr>
            <a:endParaRPr lang="en-IN">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EA5A7FAD-8E92-9CE8-6F03-C6307AF98455}"/>
              </a:ext>
            </a:extLst>
          </p:cNvPr>
          <p:cNvSpPr/>
          <p:nvPr/>
        </p:nvSpPr>
        <p:spPr>
          <a:xfrm>
            <a:off x="3681935" y="981206"/>
            <a:ext cx="3813798"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spcBef>
                <a:spcPct val="0"/>
              </a:spcBef>
              <a:defRPr/>
            </a:pPr>
            <a:r>
              <a:rPr lang="en-US" sz="2000" b="1" u="sng">
                <a:latin typeface="Times New Roman" panose="02020603050405020304" pitchFamily="18" charset="0"/>
                <a:cs typeface="Times New Roman" panose="02020603050405020304" pitchFamily="18" charset="0"/>
              </a:rPr>
              <a:t>2. </a:t>
            </a:r>
            <a:r>
              <a:rPr lang="en-US" sz="2000" b="1" u="sng">
                <a:ln w="1905"/>
                <a:effectLst>
                  <a:innerShdw blurRad="69850" dist="43180" dir="5400000">
                    <a:srgbClr val="000000">
                      <a:alpha val="65000"/>
                    </a:srgbClr>
                  </a:innerShdw>
                </a:effectLst>
                <a:latin typeface="Times New Roman" panose="02020603050405020304" pitchFamily="18" charset="0"/>
                <a:cs typeface="Times New Roman" panose="02020603050405020304" pitchFamily="18" charset="0"/>
                <a:sym typeface="+mn-ea"/>
              </a:rPr>
              <a:t>EXISTING SYSTEM</a:t>
            </a:r>
            <a:endParaRPr lang="en-US" sz="2000" b="1" u="sng">
              <a:latin typeface="Times New Roman" panose="02020603050405020304" pitchFamily="18" charset="0"/>
              <a:cs typeface="Times New Roman" panose="02020603050405020304" pitchFamily="18" charset="0"/>
            </a:endParaRPr>
          </a:p>
        </p:txBody>
      </p:sp>
      <p:sp>
        <p:nvSpPr>
          <p:cNvPr id="10" name="TextBox 3">
            <a:extLst>
              <a:ext uri="{FF2B5EF4-FFF2-40B4-BE49-F238E27FC236}">
                <a16:creationId xmlns:a16="http://schemas.microsoft.com/office/drawing/2014/main" id="{B66D947C-4755-D7DC-33DD-F6D5D5E158D0}"/>
              </a:ext>
            </a:extLst>
          </p:cNvPr>
          <p:cNvSpPr txBox="1"/>
          <p:nvPr/>
        </p:nvSpPr>
        <p:spPr>
          <a:xfrm>
            <a:off x="3372750" y="3844529"/>
            <a:ext cx="5014455" cy="30008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350"/>
              <a:t> </a:t>
            </a:r>
          </a:p>
        </p:txBody>
      </p:sp>
    </p:spTree>
    <p:extLst>
      <p:ext uri="{BB962C8B-B14F-4D97-AF65-F5344CB8AC3E}">
        <p14:creationId xmlns:p14="http://schemas.microsoft.com/office/powerpoint/2010/main" val="1055587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able 21">
            <a:extLst>
              <a:ext uri="{FF2B5EF4-FFF2-40B4-BE49-F238E27FC236}">
                <a16:creationId xmlns:a16="http://schemas.microsoft.com/office/drawing/2014/main" id="{54A0AF2D-8B0A-52D6-68A4-8C6327FA8729}"/>
              </a:ext>
            </a:extLst>
          </p:cNvPr>
          <p:cNvGraphicFramePr>
            <a:graphicFrameLocks noGrp="1"/>
          </p:cNvGraphicFramePr>
          <p:nvPr>
            <p:extLst>
              <p:ext uri="{D42A27DB-BD31-4B8C-83A1-F6EECF244321}">
                <p14:modId xmlns:p14="http://schemas.microsoft.com/office/powerpoint/2010/main" val="1937589028"/>
              </p:ext>
            </p:extLst>
          </p:nvPr>
        </p:nvGraphicFramePr>
        <p:xfrm>
          <a:off x="2765200" y="3711416"/>
          <a:ext cx="6484620" cy="2656205"/>
        </p:xfrm>
        <a:graphic>
          <a:graphicData uri="http://schemas.openxmlformats.org/drawingml/2006/table">
            <a:tbl>
              <a:tblPr/>
              <a:tblGrid>
                <a:gridCol w="1691640">
                  <a:extLst>
                    <a:ext uri="{9D8B030D-6E8A-4147-A177-3AD203B41FA5}">
                      <a16:colId xmlns:a16="http://schemas.microsoft.com/office/drawing/2014/main" val="1948259583"/>
                    </a:ext>
                  </a:extLst>
                </a:gridCol>
                <a:gridCol w="906780">
                  <a:extLst>
                    <a:ext uri="{9D8B030D-6E8A-4147-A177-3AD203B41FA5}">
                      <a16:colId xmlns:a16="http://schemas.microsoft.com/office/drawing/2014/main" val="3315737388"/>
                    </a:ext>
                  </a:extLst>
                </a:gridCol>
                <a:gridCol w="1531620">
                  <a:extLst>
                    <a:ext uri="{9D8B030D-6E8A-4147-A177-3AD203B41FA5}">
                      <a16:colId xmlns:a16="http://schemas.microsoft.com/office/drawing/2014/main" val="1697103612"/>
                    </a:ext>
                  </a:extLst>
                </a:gridCol>
                <a:gridCol w="1501140">
                  <a:extLst>
                    <a:ext uri="{9D8B030D-6E8A-4147-A177-3AD203B41FA5}">
                      <a16:colId xmlns:a16="http://schemas.microsoft.com/office/drawing/2014/main" val="1148824911"/>
                    </a:ext>
                  </a:extLst>
                </a:gridCol>
                <a:gridCol w="853440">
                  <a:extLst>
                    <a:ext uri="{9D8B030D-6E8A-4147-A177-3AD203B41FA5}">
                      <a16:colId xmlns:a16="http://schemas.microsoft.com/office/drawing/2014/main" val="2180524467"/>
                    </a:ext>
                  </a:extLst>
                </a:gridCol>
              </a:tblGrid>
              <a:tr h="289560">
                <a:tc>
                  <a:txBody>
                    <a:bodyPr/>
                    <a:lstStyle/>
                    <a:p>
                      <a:pPr algn="l" fontAlgn="base">
                        <a:lnSpc>
                          <a:spcPts val="2175"/>
                        </a:lnSpc>
                        <a:buNone/>
                      </a:pPr>
                      <a:r>
                        <a:rPr lang="en-IN" sz="1800" b="1" i="0">
                          <a:solidFill>
                            <a:srgbClr val="FFFFFF"/>
                          </a:solidFill>
                          <a:effectLst/>
                          <a:latin typeface="Calibri" panose="020F0502020204030204" pitchFamily="34" charset="0"/>
                        </a:rPr>
                        <a:t>Website​</a:t>
                      </a:r>
                      <a:endParaRPr lang="en-IN" b="1" i="0">
                        <a:solidFill>
                          <a:srgbClr val="FFFFFF"/>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0726" cap="flat" cmpd="sng" algn="ctr">
                      <a:solidFill>
                        <a:srgbClr val="FFFFFF"/>
                      </a:solidFill>
                      <a:prstDash val="solid"/>
                      <a:round/>
                      <a:headEnd type="none" w="med" len="med"/>
                      <a:tailEnd type="none" w="med" len="med"/>
                    </a:lnB>
                    <a:solidFill>
                      <a:srgbClr val="4472C4"/>
                    </a:solidFill>
                  </a:tcPr>
                </a:tc>
                <a:tc>
                  <a:txBody>
                    <a:bodyPr/>
                    <a:lstStyle/>
                    <a:p>
                      <a:pPr algn="l" fontAlgn="base">
                        <a:lnSpc>
                          <a:spcPts val="2175"/>
                        </a:lnSpc>
                        <a:buNone/>
                      </a:pPr>
                      <a:r>
                        <a:rPr lang="en-IN" sz="1800" b="1" i="0">
                          <a:solidFill>
                            <a:srgbClr val="FFFFFF"/>
                          </a:solidFill>
                          <a:effectLst/>
                          <a:latin typeface="Calibri" panose="020F0502020204030204" pitchFamily="34" charset="0"/>
                        </a:rPr>
                        <a:t>UI &amp; UX​</a:t>
                      </a:r>
                      <a:endParaRPr lang="en-IN" b="1" i="0">
                        <a:solidFill>
                          <a:srgbClr val="FFFFFF"/>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0726" cap="flat" cmpd="sng" algn="ctr">
                      <a:solidFill>
                        <a:srgbClr val="FFFFFF"/>
                      </a:solidFill>
                      <a:prstDash val="solid"/>
                      <a:round/>
                      <a:headEnd type="none" w="med" len="med"/>
                      <a:tailEnd type="none" w="med" len="med"/>
                    </a:lnB>
                    <a:solidFill>
                      <a:srgbClr val="4472C4"/>
                    </a:solidFill>
                  </a:tcPr>
                </a:tc>
                <a:tc>
                  <a:txBody>
                    <a:bodyPr/>
                    <a:lstStyle/>
                    <a:p>
                      <a:pPr algn="l" fontAlgn="base">
                        <a:lnSpc>
                          <a:spcPts val="2175"/>
                        </a:lnSpc>
                        <a:buNone/>
                      </a:pPr>
                      <a:r>
                        <a:rPr lang="en-IN" sz="1800" b="1" i="0">
                          <a:solidFill>
                            <a:srgbClr val="FFFFFF"/>
                          </a:solidFill>
                          <a:effectLst/>
                          <a:latin typeface="Calibri" panose="020F0502020204030204" pitchFamily="34" charset="0"/>
                        </a:rPr>
                        <a:t>Easy Navigation​</a:t>
                      </a:r>
                      <a:endParaRPr lang="en-IN" b="1" i="0">
                        <a:solidFill>
                          <a:srgbClr val="FFFFFF"/>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0726" cap="flat" cmpd="sng" algn="ctr">
                      <a:solidFill>
                        <a:srgbClr val="FFFFFF"/>
                      </a:solidFill>
                      <a:prstDash val="solid"/>
                      <a:round/>
                      <a:headEnd type="none" w="med" len="med"/>
                      <a:tailEnd type="none" w="med" len="med"/>
                    </a:lnB>
                    <a:solidFill>
                      <a:srgbClr val="4472C4"/>
                    </a:solidFill>
                  </a:tcPr>
                </a:tc>
                <a:tc>
                  <a:txBody>
                    <a:bodyPr/>
                    <a:lstStyle/>
                    <a:p>
                      <a:pPr algn="l" fontAlgn="base">
                        <a:lnSpc>
                          <a:spcPts val="2175"/>
                        </a:lnSpc>
                        <a:buNone/>
                      </a:pPr>
                      <a:r>
                        <a:rPr lang="en-IN" sz="1800" b="1" i="0">
                          <a:solidFill>
                            <a:srgbClr val="FFFFFF"/>
                          </a:solidFill>
                          <a:effectLst/>
                          <a:latin typeface="Calibri" panose="020F0502020204030204" pitchFamily="34" charset="0"/>
                        </a:rPr>
                        <a:t>Feedback System​</a:t>
                      </a:r>
                      <a:endParaRPr lang="en-IN" b="1" i="0">
                        <a:solidFill>
                          <a:srgbClr val="FFFFFF"/>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0726" cap="flat" cmpd="sng" algn="ctr">
                      <a:solidFill>
                        <a:srgbClr val="FFFFFF"/>
                      </a:solidFill>
                      <a:prstDash val="solid"/>
                      <a:round/>
                      <a:headEnd type="none" w="med" len="med"/>
                      <a:tailEnd type="none" w="med" len="med"/>
                    </a:lnB>
                    <a:solidFill>
                      <a:srgbClr val="4472C4"/>
                    </a:solidFill>
                  </a:tcPr>
                </a:tc>
                <a:tc>
                  <a:txBody>
                    <a:bodyPr/>
                    <a:lstStyle/>
                    <a:p>
                      <a:pPr algn="l" fontAlgn="base">
                        <a:lnSpc>
                          <a:spcPts val="2175"/>
                        </a:lnSpc>
                        <a:buNone/>
                      </a:pPr>
                      <a:r>
                        <a:rPr lang="en-IN" sz="1800" b="1" i="0">
                          <a:solidFill>
                            <a:srgbClr val="FFFFFF"/>
                          </a:solidFill>
                          <a:effectLst/>
                          <a:latin typeface="Calibri" panose="020F0502020204030204" pitchFamily="34" charset="0"/>
                        </a:rPr>
                        <a:t>Secure​</a:t>
                      </a:r>
                      <a:endParaRPr lang="en-IN" b="1" i="0">
                        <a:solidFill>
                          <a:srgbClr val="FFFFFF"/>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0726"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935349701"/>
                  </a:ext>
                </a:extLst>
              </a:tr>
              <a:tr h="289560">
                <a:tc>
                  <a:txBody>
                    <a:bodyPr/>
                    <a:lstStyle/>
                    <a:p>
                      <a:pPr algn="l" fontAlgn="base">
                        <a:lnSpc>
                          <a:spcPts val="2175"/>
                        </a:lnSpc>
                        <a:buNone/>
                      </a:pPr>
                      <a:r>
                        <a:rPr lang="en-IN" sz="1800" b="0" i="0">
                          <a:solidFill>
                            <a:srgbClr val="000000"/>
                          </a:solidFill>
                          <a:effectLst/>
                          <a:latin typeface="Calibri" panose="020F0502020204030204" pitchFamily="34" charset="0"/>
                        </a:rPr>
                        <a:t>Gujarat Tourism​</a:t>
                      </a:r>
                      <a:endParaRPr lang="en-IN" b="0" i="0">
                        <a:solidFill>
                          <a:srgbClr val="000000"/>
                        </a:solidFill>
                        <a:effectLst/>
                      </a:endParaRPr>
                    </a:p>
                    <a:p>
                      <a:pPr algn="l" fontAlgn="base">
                        <a:lnSpc>
                          <a:spcPts val="2175"/>
                        </a:lnSpc>
                        <a:buNone/>
                      </a:pPr>
                      <a:r>
                        <a:rPr lang="en-IN" sz="1800" b="0" i="0">
                          <a:solidFill>
                            <a:srgbClr val="000000"/>
                          </a:solidFill>
                          <a:effectLst/>
                          <a:latin typeface="Calibri" panose="020F0502020204030204" pitchFamily="34" charset="0"/>
                        </a:rPr>
                        <a:t>(official) ​</a:t>
                      </a:r>
                      <a:endParaRPr lang="en-IN"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0726"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tc>
                  <a:txBody>
                    <a:bodyPr/>
                    <a:lstStyle/>
                    <a:p>
                      <a:pPr algn="l" fontAlgn="auto">
                        <a:lnSpc>
                          <a:spcPts val="2175"/>
                        </a:lnSpc>
                        <a:buNone/>
                      </a:pPr>
                      <a:r>
                        <a:rPr lang="en-IN" sz="1800" b="0" i="0" dirty="0">
                          <a:solidFill>
                            <a:srgbClr val="000000"/>
                          </a:solidFill>
                          <a:effectLst/>
                          <a:latin typeface="Calibri" panose="020F0502020204030204" pitchFamily="34" charset="0"/>
                        </a:rPr>
                        <a:t>​    </a:t>
                      </a:r>
                      <a:r>
                        <a:rPr lang="en-US" sz="1800" b="0" i="0" kern="1200" dirty="0">
                          <a:solidFill>
                            <a:schemeClr val="tx1"/>
                          </a:solidFill>
                          <a:effectLst/>
                          <a:latin typeface="+mn-lt"/>
                          <a:ea typeface="+mn-ea"/>
                          <a:cs typeface="+mn-cs"/>
                        </a:rPr>
                        <a:t>  </a:t>
                      </a:r>
                      <a:endParaRPr lang="en-IN" sz="1800" b="0" i="0" dirty="0">
                        <a:solidFill>
                          <a:srgbClr val="000000"/>
                        </a:solidFill>
                        <a:effectLst/>
                        <a:latin typeface="Calibri" panose="020F0502020204030204" pitchFamily="34" charset="0"/>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0726"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tc>
                  <a:txBody>
                    <a:bodyPr/>
                    <a:lstStyle/>
                    <a:p>
                      <a:pPr algn="l" fontAlgn="auto">
                        <a:lnSpc>
                          <a:spcPts val="2175"/>
                        </a:lnSpc>
                        <a:buNone/>
                      </a:pPr>
                      <a:r>
                        <a:rPr lang="en-IN" sz="1800" b="0" i="0">
                          <a:solidFill>
                            <a:srgbClr val="000000"/>
                          </a:solidFill>
                          <a:effectLst/>
                          <a:latin typeface="Calibri" panose="020F0502020204030204" pitchFamily="34" charset="0"/>
                        </a:rPr>
                        <a:t>​</a:t>
                      </a: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0726"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tc>
                  <a:txBody>
                    <a:bodyPr/>
                    <a:lstStyle/>
                    <a:p>
                      <a:pPr algn="l" fontAlgn="auto">
                        <a:lnSpc>
                          <a:spcPts val="2175"/>
                        </a:lnSpc>
                        <a:buNone/>
                      </a:pPr>
                      <a:r>
                        <a:rPr lang="en-IN" sz="1800" b="0" i="0">
                          <a:solidFill>
                            <a:srgbClr val="000000"/>
                          </a:solidFill>
                          <a:effectLst/>
                          <a:latin typeface="Calibri" panose="020F0502020204030204" pitchFamily="34" charset="0"/>
                        </a:rPr>
                        <a:t>​</a:t>
                      </a: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0726"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tc>
                  <a:txBody>
                    <a:bodyPr/>
                    <a:lstStyle/>
                    <a:p>
                      <a:pPr algn="l" fontAlgn="auto">
                        <a:lnSpc>
                          <a:spcPts val="2175"/>
                        </a:lnSpc>
                        <a:buNone/>
                      </a:pPr>
                      <a:r>
                        <a:rPr lang="en-IN" sz="1800" b="0" i="0">
                          <a:solidFill>
                            <a:srgbClr val="000000"/>
                          </a:solidFill>
                          <a:effectLst/>
                          <a:latin typeface="Calibri" panose="020F0502020204030204" pitchFamily="34" charset="0"/>
                        </a:rPr>
                        <a:t>​</a:t>
                      </a: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0726"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3970425936"/>
                  </a:ext>
                </a:extLst>
              </a:tr>
              <a:tr h="289560">
                <a:tc>
                  <a:txBody>
                    <a:bodyPr/>
                    <a:lstStyle/>
                    <a:p>
                      <a:pPr algn="l" fontAlgn="base">
                        <a:lnSpc>
                          <a:spcPts val="2175"/>
                        </a:lnSpc>
                        <a:buNone/>
                      </a:pPr>
                      <a:r>
                        <a:rPr lang="en-IN" sz="1800" b="0" i="0">
                          <a:solidFill>
                            <a:srgbClr val="000000"/>
                          </a:solidFill>
                          <a:effectLst/>
                          <a:latin typeface="Calibri" panose="020F0502020204030204" pitchFamily="34" charset="0"/>
                        </a:rPr>
                        <a:t>MakeMyTrip​</a:t>
                      </a:r>
                      <a:endParaRPr lang="en-IN"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BF5"/>
                    </a:solidFill>
                  </a:tcPr>
                </a:tc>
                <a:tc>
                  <a:txBody>
                    <a:bodyPr/>
                    <a:lstStyle/>
                    <a:p>
                      <a:pPr algn="l" fontAlgn="auto">
                        <a:lnSpc>
                          <a:spcPts val="2175"/>
                        </a:lnSpc>
                        <a:buNone/>
                      </a:pPr>
                      <a:r>
                        <a:rPr lang="en-IN" sz="1800" b="0" i="0">
                          <a:solidFill>
                            <a:srgbClr val="000000"/>
                          </a:solidFill>
                          <a:effectLst/>
                          <a:latin typeface="Calibri" panose="020F0502020204030204" pitchFamily="34" charset="0"/>
                        </a:rPr>
                        <a:t>​</a:t>
                      </a: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BF5"/>
                    </a:solidFill>
                  </a:tcPr>
                </a:tc>
                <a:tc>
                  <a:txBody>
                    <a:bodyPr/>
                    <a:lstStyle/>
                    <a:p>
                      <a:pPr algn="l" fontAlgn="auto">
                        <a:lnSpc>
                          <a:spcPts val="2175"/>
                        </a:lnSpc>
                        <a:buNone/>
                      </a:pPr>
                      <a:r>
                        <a:rPr lang="en-IN" sz="1800" b="0" i="0">
                          <a:solidFill>
                            <a:srgbClr val="000000"/>
                          </a:solidFill>
                          <a:effectLst/>
                          <a:latin typeface="Calibri" panose="020F0502020204030204" pitchFamily="34" charset="0"/>
                        </a:rPr>
                        <a:t>​</a:t>
                      </a: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BF5"/>
                    </a:solidFill>
                  </a:tcPr>
                </a:tc>
                <a:tc>
                  <a:txBody>
                    <a:bodyPr/>
                    <a:lstStyle/>
                    <a:p>
                      <a:pPr algn="l" fontAlgn="auto">
                        <a:lnSpc>
                          <a:spcPts val="2175"/>
                        </a:lnSpc>
                        <a:buNone/>
                      </a:pPr>
                      <a:r>
                        <a:rPr lang="en-IN" sz="1800" b="0" i="0">
                          <a:solidFill>
                            <a:srgbClr val="000000"/>
                          </a:solidFill>
                          <a:effectLst/>
                          <a:latin typeface="Calibri" panose="020F0502020204030204" pitchFamily="34" charset="0"/>
                        </a:rPr>
                        <a:t>​</a:t>
                      </a: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BF5"/>
                    </a:solidFill>
                  </a:tcPr>
                </a:tc>
                <a:tc>
                  <a:txBody>
                    <a:bodyPr/>
                    <a:lstStyle/>
                    <a:p>
                      <a:pPr algn="l" fontAlgn="auto">
                        <a:lnSpc>
                          <a:spcPts val="2175"/>
                        </a:lnSpc>
                        <a:buNone/>
                      </a:pPr>
                      <a:r>
                        <a:rPr lang="en-IN" sz="1800" b="0" i="0">
                          <a:solidFill>
                            <a:srgbClr val="000000"/>
                          </a:solidFill>
                          <a:effectLst/>
                          <a:latin typeface="Calibri" panose="020F0502020204030204" pitchFamily="34" charset="0"/>
                        </a:rPr>
                        <a:t>​</a:t>
                      </a: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284643852"/>
                  </a:ext>
                </a:extLst>
              </a:tr>
              <a:tr h="289560">
                <a:tc>
                  <a:txBody>
                    <a:bodyPr/>
                    <a:lstStyle/>
                    <a:p>
                      <a:pPr algn="l" fontAlgn="base">
                        <a:lnSpc>
                          <a:spcPts val="2175"/>
                        </a:lnSpc>
                        <a:buNone/>
                      </a:pPr>
                      <a:r>
                        <a:rPr lang="en-IN" sz="1800" b="0" i="0">
                          <a:solidFill>
                            <a:srgbClr val="000000"/>
                          </a:solidFill>
                          <a:effectLst/>
                          <a:latin typeface="Calibri" panose="020F0502020204030204" pitchFamily="34" charset="0"/>
                        </a:rPr>
                        <a:t>Yatra.com​</a:t>
                      </a:r>
                      <a:endParaRPr lang="en-IN"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tc>
                  <a:txBody>
                    <a:bodyPr/>
                    <a:lstStyle/>
                    <a:p>
                      <a:pPr algn="l" fontAlgn="auto">
                        <a:lnSpc>
                          <a:spcPts val="2175"/>
                        </a:lnSpc>
                        <a:buNone/>
                      </a:pPr>
                      <a:r>
                        <a:rPr lang="en-IN" sz="1800" b="0" i="0">
                          <a:solidFill>
                            <a:srgbClr val="000000"/>
                          </a:solidFill>
                          <a:effectLst/>
                          <a:latin typeface="Calibri" panose="020F0502020204030204" pitchFamily="34" charset="0"/>
                        </a:rPr>
                        <a:t>​</a:t>
                      </a: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tc>
                  <a:txBody>
                    <a:bodyPr/>
                    <a:lstStyle/>
                    <a:p>
                      <a:pPr algn="l" fontAlgn="auto">
                        <a:lnSpc>
                          <a:spcPts val="2175"/>
                        </a:lnSpc>
                        <a:buNone/>
                      </a:pPr>
                      <a:r>
                        <a:rPr lang="en-IN" sz="1800" b="0" i="0">
                          <a:solidFill>
                            <a:srgbClr val="000000"/>
                          </a:solidFill>
                          <a:effectLst/>
                          <a:latin typeface="Calibri" panose="020F0502020204030204" pitchFamily="34" charset="0"/>
                        </a:rPr>
                        <a:t>​</a:t>
                      </a: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tc>
                  <a:txBody>
                    <a:bodyPr/>
                    <a:lstStyle/>
                    <a:p>
                      <a:pPr algn="l" fontAlgn="auto">
                        <a:lnSpc>
                          <a:spcPts val="2175"/>
                        </a:lnSpc>
                        <a:buNone/>
                      </a:pPr>
                      <a:r>
                        <a:rPr lang="en-IN" sz="1800" b="0" i="0">
                          <a:solidFill>
                            <a:srgbClr val="000000"/>
                          </a:solidFill>
                          <a:effectLst/>
                          <a:latin typeface="Calibri" panose="020F0502020204030204" pitchFamily="34" charset="0"/>
                        </a:rPr>
                        <a:t>​</a:t>
                      </a: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tc>
                  <a:txBody>
                    <a:bodyPr/>
                    <a:lstStyle/>
                    <a:p>
                      <a:pPr algn="l" fontAlgn="auto">
                        <a:lnSpc>
                          <a:spcPts val="2175"/>
                        </a:lnSpc>
                        <a:buNone/>
                      </a:pPr>
                      <a:r>
                        <a:rPr lang="en-IN" sz="1800" b="0" i="0">
                          <a:solidFill>
                            <a:srgbClr val="000000"/>
                          </a:solidFill>
                          <a:effectLst/>
                          <a:latin typeface="Calibri" panose="020F0502020204030204" pitchFamily="34" charset="0"/>
                        </a:rPr>
                        <a:t>​</a:t>
                      </a: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170670338"/>
                  </a:ext>
                </a:extLst>
              </a:tr>
              <a:tr h="289560">
                <a:tc>
                  <a:txBody>
                    <a:bodyPr/>
                    <a:lstStyle/>
                    <a:p>
                      <a:pPr algn="l" fontAlgn="base">
                        <a:lnSpc>
                          <a:spcPts val="2175"/>
                        </a:lnSpc>
                        <a:buNone/>
                      </a:pPr>
                      <a:r>
                        <a:rPr lang="en-IN" sz="1800" b="0" i="0">
                          <a:solidFill>
                            <a:srgbClr val="000000"/>
                          </a:solidFill>
                          <a:effectLst/>
                          <a:latin typeface="Calibri" panose="020F0502020204030204" pitchFamily="34" charset="0"/>
                        </a:rPr>
                        <a:t>Digital Gujarat Tours​</a:t>
                      </a:r>
                      <a:endParaRPr lang="en-IN"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BF5"/>
                    </a:solidFill>
                  </a:tcPr>
                </a:tc>
                <a:tc>
                  <a:txBody>
                    <a:bodyPr/>
                    <a:lstStyle/>
                    <a:p>
                      <a:pPr algn="l" fontAlgn="auto">
                        <a:lnSpc>
                          <a:spcPts val="2175"/>
                        </a:lnSpc>
                        <a:buNone/>
                      </a:pPr>
                      <a:r>
                        <a:rPr lang="en-IN" sz="1800" b="0" i="0">
                          <a:solidFill>
                            <a:srgbClr val="000000"/>
                          </a:solidFill>
                          <a:effectLst/>
                          <a:latin typeface="Calibri" panose="020F0502020204030204" pitchFamily="34" charset="0"/>
                        </a:rPr>
                        <a:t>​</a:t>
                      </a: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BF5"/>
                    </a:solidFill>
                  </a:tcPr>
                </a:tc>
                <a:tc>
                  <a:txBody>
                    <a:bodyPr/>
                    <a:lstStyle/>
                    <a:p>
                      <a:pPr algn="l" fontAlgn="auto">
                        <a:lnSpc>
                          <a:spcPts val="2175"/>
                        </a:lnSpc>
                        <a:buNone/>
                      </a:pPr>
                      <a:r>
                        <a:rPr lang="en-IN" sz="1800" b="0" i="0">
                          <a:solidFill>
                            <a:srgbClr val="000000"/>
                          </a:solidFill>
                          <a:effectLst/>
                          <a:latin typeface="Calibri" panose="020F0502020204030204" pitchFamily="34" charset="0"/>
                        </a:rPr>
                        <a:t>​</a:t>
                      </a: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BF5"/>
                    </a:solidFill>
                  </a:tcPr>
                </a:tc>
                <a:tc>
                  <a:txBody>
                    <a:bodyPr/>
                    <a:lstStyle/>
                    <a:p>
                      <a:pPr algn="l" fontAlgn="auto">
                        <a:lnSpc>
                          <a:spcPts val="2175"/>
                        </a:lnSpc>
                        <a:buNone/>
                      </a:pPr>
                      <a:r>
                        <a:rPr lang="en-IN" sz="1800" b="0" i="0">
                          <a:solidFill>
                            <a:srgbClr val="000000"/>
                          </a:solidFill>
                          <a:effectLst/>
                          <a:latin typeface="Calibri" panose="020F0502020204030204" pitchFamily="34" charset="0"/>
                        </a:rPr>
                        <a:t>​</a:t>
                      </a: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BF5"/>
                    </a:solidFill>
                  </a:tcPr>
                </a:tc>
                <a:tc>
                  <a:txBody>
                    <a:bodyPr/>
                    <a:lstStyle/>
                    <a:p>
                      <a:pPr algn="l" fontAlgn="auto">
                        <a:lnSpc>
                          <a:spcPts val="2175"/>
                        </a:lnSpc>
                        <a:buNone/>
                      </a:pPr>
                      <a:r>
                        <a:rPr lang="en-IN" sz="1800" b="0" i="0" dirty="0">
                          <a:solidFill>
                            <a:srgbClr val="000000"/>
                          </a:solidFill>
                          <a:effectLst/>
                          <a:latin typeface="Calibri" panose="020F0502020204030204" pitchFamily="34" charset="0"/>
                        </a:rPr>
                        <a:t>​</a:t>
                      </a: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2230719562"/>
                  </a:ext>
                </a:extLst>
              </a:tr>
            </a:tbl>
          </a:graphicData>
        </a:graphic>
      </p:graphicFrame>
      <p:sp>
        <p:nvSpPr>
          <p:cNvPr id="23" name="AutoShape 19" descr="Close with solid fill">
            <a:extLst>
              <a:ext uri="{FF2B5EF4-FFF2-40B4-BE49-F238E27FC236}">
                <a16:creationId xmlns:a16="http://schemas.microsoft.com/office/drawing/2014/main" id="{789CE013-A480-4EC8-AF64-D174D901A6AC}"/>
              </a:ext>
            </a:extLst>
          </p:cNvPr>
          <p:cNvSpPr>
            <a:spLocks noChangeAspect="1" noChangeArrowheads="1"/>
          </p:cNvSpPr>
          <p:nvPr/>
        </p:nvSpPr>
        <p:spPr bwMode="auto">
          <a:xfrm>
            <a:off x="2949985"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AutoShape 20" descr="Close with solid fill">
            <a:extLst>
              <a:ext uri="{FF2B5EF4-FFF2-40B4-BE49-F238E27FC236}">
                <a16:creationId xmlns:a16="http://schemas.microsoft.com/office/drawing/2014/main" id="{8EFC78BD-DF70-FF15-0FA3-B6439172FE33}"/>
              </a:ext>
            </a:extLst>
          </p:cNvPr>
          <p:cNvSpPr>
            <a:spLocks noChangeAspect="1" noChangeArrowheads="1"/>
          </p:cNvSpPr>
          <p:nvPr/>
        </p:nvSpPr>
        <p:spPr bwMode="auto">
          <a:xfrm>
            <a:off x="341036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AutoShape 21" descr="Checkmark with solid fill">
            <a:extLst>
              <a:ext uri="{FF2B5EF4-FFF2-40B4-BE49-F238E27FC236}">
                <a16:creationId xmlns:a16="http://schemas.microsoft.com/office/drawing/2014/main" id="{9B81ABDB-11D6-A394-8597-60620262FCE0}"/>
              </a:ext>
            </a:extLst>
          </p:cNvPr>
          <p:cNvSpPr>
            <a:spLocks noChangeAspect="1" noChangeArrowheads="1"/>
          </p:cNvSpPr>
          <p:nvPr/>
        </p:nvSpPr>
        <p:spPr bwMode="auto">
          <a:xfrm>
            <a:off x="3870735"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AutoShape 22" descr="Checkmark with solid fill">
            <a:extLst>
              <a:ext uri="{FF2B5EF4-FFF2-40B4-BE49-F238E27FC236}">
                <a16:creationId xmlns:a16="http://schemas.microsoft.com/office/drawing/2014/main" id="{CE791A4A-3730-BBE9-BC05-92FFC00D7ADF}"/>
              </a:ext>
            </a:extLst>
          </p:cNvPr>
          <p:cNvSpPr>
            <a:spLocks noChangeAspect="1" noChangeArrowheads="1"/>
          </p:cNvSpPr>
          <p:nvPr/>
        </p:nvSpPr>
        <p:spPr bwMode="auto">
          <a:xfrm>
            <a:off x="433111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AutoShape 23" descr="Checkmark with solid fill">
            <a:extLst>
              <a:ext uri="{FF2B5EF4-FFF2-40B4-BE49-F238E27FC236}">
                <a16:creationId xmlns:a16="http://schemas.microsoft.com/office/drawing/2014/main" id="{9F0B7754-8310-A944-239C-3FBDCBAF3285}"/>
              </a:ext>
            </a:extLst>
          </p:cNvPr>
          <p:cNvSpPr>
            <a:spLocks noChangeAspect="1" noChangeArrowheads="1"/>
          </p:cNvSpPr>
          <p:nvPr/>
        </p:nvSpPr>
        <p:spPr bwMode="auto">
          <a:xfrm>
            <a:off x="4791485"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AutoShape 24" descr="Checkmark with solid fill">
            <a:extLst>
              <a:ext uri="{FF2B5EF4-FFF2-40B4-BE49-F238E27FC236}">
                <a16:creationId xmlns:a16="http://schemas.microsoft.com/office/drawing/2014/main" id="{8C24B89D-8550-C4F2-43A3-22519F5A7C12}"/>
              </a:ext>
            </a:extLst>
          </p:cNvPr>
          <p:cNvSpPr>
            <a:spLocks noChangeAspect="1" noChangeArrowheads="1"/>
          </p:cNvSpPr>
          <p:nvPr/>
        </p:nvSpPr>
        <p:spPr bwMode="auto">
          <a:xfrm>
            <a:off x="525186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AutoShape 25" descr="Checkmark with solid fill">
            <a:extLst>
              <a:ext uri="{FF2B5EF4-FFF2-40B4-BE49-F238E27FC236}">
                <a16:creationId xmlns:a16="http://schemas.microsoft.com/office/drawing/2014/main" id="{6E0AF2C5-912E-9CE0-E2A0-081DD06703E4}"/>
              </a:ext>
            </a:extLst>
          </p:cNvPr>
          <p:cNvSpPr>
            <a:spLocks noChangeAspect="1" noChangeArrowheads="1"/>
          </p:cNvSpPr>
          <p:nvPr/>
        </p:nvSpPr>
        <p:spPr bwMode="auto">
          <a:xfrm>
            <a:off x="5712235"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AutoShape 26" descr="Checkmark with solid fill">
            <a:extLst>
              <a:ext uri="{FF2B5EF4-FFF2-40B4-BE49-F238E27FC236}">
                <a16:creationId xmlns:a16="http://schemas.microsoft.com/office/drawing/2014/main" id="{78E24DCC-7961-C80D-34F1-93A3AAABE6E2}"/>
              </a:ext>
            </a:extLst>
          </p:cNvPr>
          <p:cNvSpPr>
            <a:spLocks noChangeAspect="1" noChangeArrowheads="1"/>
          </p:cNvSpPr>
          <p:nvPr/>
        </p:nvSpPr>
        <p:spPr bwMode="auto">
          <a:xfrm>
            <a:off x="617261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AutoShape 27" descr="Checkmark with solid fill">
            <a:extLst>
              <a:ext uri="{FF2B5EF4-FFF2-40B4-BE49-F238E27FC236}">
                <a16:creationId xmlns:a16="http://schemas.microsoft.com/office/drawing/2014/main" id="{11CE9A58-0A8F-ADB7-A48C-E12304F99639}"/>
              </a:ext>
            </a:extLst>
          </p:cNvPr>
          <p:cNvSpPr>
            <a:spLocks noChangeAspect="1" noChangeArrowheads="1"/>
          </p:cNvSpPr>
          <p:nvPr/>
        </p:nvSpPr>
        <p:spPr bwMode="auto">
          <a:xfrm>
            <a:off x="6632985"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AutoShape 28" descr="Checkmark with solid fill">
            <a:extLst>
              <a:ext uri="{FF2B5EF4-FFF2-40B4-BE49-F238E27FC236}">
                <a16:creationId xmlns:a16="http://schemas.microsoft.com/office/drawing/2014/main" id="{9E67B603-C65B-08CF-6C49-4195EB807293}"/>
              </a:ext>
            </a:extLst>
          </p:cNvPr>
          <p:cNvSpPr>
            <a:spLocks noChangeAspect="1" noChangeArrowheads="1"/>
          </p:cNvSpPr>
          <p:nvPr/>
        </p:nvSpPr>
        <p:spPr bwMode="auto">
          <a:xfrm>
            <a:off x="709336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AutoShape 29" descr="Checkmark with solid fill">
            <a:extLst>
              <a:ext uri="{FF2B5EF4-FFF2-40B4-BE49-F238E27FC236}">
                <a16:creationId xmlns:a16="http://schemas.microsoft.com/office/drawing/2014/main" id="{10A10C65-B948-9A36-B9A4-B30388732167}"/>
              </a:ext>
            </a:extLst>
          </p:cNvPr>
          <p:cNvSpPr>
            <a:spLocks noChangeAspect="1" noChangeArrowheads="1"/>
          </p:cNvSpPr>
          <p:nvPr/>
        </p:nvSpPr>
        <p:spPr bwMode="auto">
          <a:xfrm>
            <a:off x="7553735"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AutoShape 30" descr="Close with solid fill">
            <a:extLst>
              <a:ext uri="{FF2B5EF4-FFF2-40B4-BE49-F238E27FC236}">
                <a16:creationId xmlns:a16="http://schemas.microsoft.com/office/drawing/2014/main" id="{64E4534B-B585-4737-E75A-3F7C4AFC22A5}"/>
              </a:ext>
            </a:extLst>
          </p:cNvPr>
          <p:cNvSpPr>
            <a:spLocks noChangeAspect="1" noChangeArrowheads="1"/>
          </p:cNvSpPr>
          <p:nvPr/>
        </p:nvSpPr>
        <p:spPr bwMode="auto">
          <a:xfrm>
            <a:off x="801411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AutoShape 31" descr="Checkmark with solid fill">
            <a:extLst>
              <a:ext uri="{FF2B5EF4-FFF2-40B4-BE49-F238E27FC236}">
                <a16:creationId xmlns:a16="http://schemas.microsoft.com/office/drawing/2014/main" id="{FF08C774-3C6F-740E-5C27-D1903F03AEF1}"/>
              </a:ext>
            </a:extLst>
          </p:cNvPr>
          <p:cNvSpPr>
            <a:spLocks noChangeAspect="1" noChangeArrowheads="1"/>
          </p:cNvSpPr>
          <p:nvPr/>
        </p:nvSpPr>
        <p:spPr bwMode="auto">
          <a:xfrm>
            <a:off x="8474485"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AutoShape 32" descr="Checkmark with solid fill">
            <a:extLst>
              <a:ext uri="{FF2B5EF4-FFF2-40B4-BE49-F238E27FC236}">
                <a16:creationId xmlns:a16="http://schemas.microsoft.com/office/drawing/2014/main" id="{F12C1645-0CF3-6A68-5391-0DD61629B6EA}"/>
              </a:ext>
            </a:extLst>
          </p:cNvPr>
          <p:cNvSpPr>
            <a:spLocks noChangeAspect="1" noChangeArrowheads="1"/>
          </p:cNvSpPr>
          <p:nvPr/>
        </p:nvSpPr>
        <p:spPr bwMode="auto">
          <a:xfrm>
            <a:off x="893486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AutoShape 33" descr="Checkmark with solid fill">
            <a:extLst>
              <a:ext uri="{FF2B5EF4-FFF2-40B4-BE49-F238E27FC236}">
                <a16:creationId xmlns:a16="http://schemas.microsoft.com/office/drawing/2014/main" id="{C7A51FDE-6488-6E12-991D-63F56734639B}"/>
              </a:ext>
            </a:extLst>
          </p:cNvPr>
          <p:cNvSpPr>
            <a:spLocks noChangeAspect="1" noChangeArrowheads="1"/>
          </p:cNvSpPr>
          <p:nvPr/>
        </p:nvSpPr>
        <p:spPr bwMode="auto">
          <a:xfrm>
            <a:off x="9395235"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AutoShape 34" descr="Checkmark with solid fill">
            <a:extLst>
              <a:ext uri="{FF2B5EF4-FFF2-40B4-BE49-F238E27FC236}">
                <a16:creationId xmlns:a16="http://schemas.microsoft.com/office/drawing/2014/main" id="{B3F526F6-AC53-4284-ACF9-7CB4A05FEDB2}"/>
              </a:ext>
            </a:extLst>
          </p:cNvPr>
          <p:cNvSpPr>
            <a:spLocks noChangeAspect="1" noChangeArrowheads="1"/>
          </p:cNvSpPr>
          <p:nvPr/>
        </p:nvSpPr>
        <p:spPr bwMode="auto">
          <a:xfrm>
            <a:off x="985561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 name="TextBox 39">
            <a:extLst>
              <a:ext uri="{FF2B5EF4-FFF2-40B4-BE49-F238E27FC236}">
                <a16:creationId xmlns:a16="http://schemas.microsoft.com/office/drawing/2014/main" id="{39C816F5-FDFE-3979-FB6A-64D92383FF80}"/>
              </a:ext>
            </a:extLst>
          </p:cNvPr>
          <p:cNvSpPr txBox="1"/>
          <p:nvPr/>
        </p:nvSpPr>
        <p:spPr>
          <a:xfrm>
            <a:off x="4064410" y="305713"/>
            <a:ext cx="6096000" cy="369332"/>
          </a:xfrm>
          <a:prstGeom prst="rect">
            <a:avLst/>
          </a:prstGeom>
          <a:noFill/>
        </p:spPr>
        <p:txBody>
          <a:bodyPr wrap="square">
            <a:spAutoFit/>
          </a:bodyPr>
          <a:lstStyle/>
          <a:p>
            <a:r>
              <a:rPr lang="en-US" sz="1800" b="1" i="0" dirty="0">
                <a:solidFill>
                  <a:srgbClr val="000000"/>
                </a:solidFill>
                <a:effectLst/>
                <a:latin typeface="Times New Roman" panose="02020603050405020304" pitchFamily="18" charset="0"/>
              </a:rPr>
              <a:t>3. NEED FOR NEW SYSTEM</a:t>
            </a:r>
            <a:endParaRPr lang="en-US" dirty="0"/>
          </a:p>
        </p:txBody>
      </p:sp>
      <p:sp>
        <p:nvSpPr>
          <p:cNvPr id="42" name="TextBox 41">
            <a:extLst>
              <a:ext uri="{FF2B5EF4-FFF2-40B4-BE49-F238E27FC236}">
                <a16:creationId xmlns:a16="http://schemas.microsoft.com/office/drawing/2014/main" id="{605696CC-F033-B811-DB3C-D0077A140D7E}"/>
              </a:ext>
            </a:extLst>
          </p:cNvPr>
          <p:cNvSpPr txBox="1"/>
          <p:nvPr/>
        </p:nvSpPr>
        <p:spPr>
          <a:xfrm>
            <a:off x="2789392" y="957461"/>
            <a:ext cx="6096000" cy="2585323"/>
          </a:xfrm>
          <a:prstGeom prst="rect">
            <a:avLst/>
          </a:prstGeom>
          <a:noFill/>
        </p:spPr>
        <p:txBody>
          <a:bodyPr wrap="square">
            <a:spAutoFit/>
          </a:bodyPr>
          <a:lstStyle/>
          <a:p>
            <a:pPr marL="285750" indent="-285750" algn="l" rtl="0" fontAlgn="base">
              <a:buFont typeface="Wingdings" panose="05000000000000000000" pitchFamily="2" charset="2"/>
              <a:buChar char="Ø"/>
            </a:pPr>
            <a:r>
              <a:rPr lang="en-IN" sz="1800" b="0" i="0" u="none" strike="noStrike" dirty="0">
                <a:solidFill>
                  <a:srgbClr val="000000"/>
                </a:solidFill>
                <a:effectLst/>
                <a:latin typeface="Calibri" panose="020F0502020204030204" pitchFamily="34" charset="0"/>
              </a:rPr>
              <a:t>Tourists face difficulty in finding suitable packages. </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r>
              <a:rPr lang="en-IN" sz="1800" b="0" i="0" u="none" strike="noStrike" dirty="0">
                <a:solidFill>
                  <a:srgbClr val="000000"/>
                </a:solidFill>
                <a:effectLst/>
                <a:latin typeface="Calibri" panose="020F0502020204030204" pitchFamily="34" charset="0"/>
              </a:rPr>
              <a:t>No centralized platform for bookings and cancellations.</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r>
              <a:rPr lang="en-IN" sz="1800" b="0" i="0" u="none" strike="noStrike" dirty="0">
                <a:solidFill>
                  <a:srgbClr val="000000"/>
                </a:solidFill>
                <a:effectLst/>
                <a:latin typeface="Calibri" panose="020F0502020204030204" pitchFamily="34" charset="0"/>
              </a:rPr>
              <a:t>Lack of proper communication between tourists and admin.</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r>
              <a:rPr lang="en-IN" sz="1800" b="0" i="0" u="none" strike="noStrike" dirty="0">
                <a:solidFill>
                  <a:srgbClr val="000000"/>
                </a:solidFill>
                <a:effectLst/>
                <a:latin typeface="Calibri" panose="020F0502020204030204" pitchFamily="34" charset="0"/>
              </a:rPr>
              <a:t>Time-consuming and less transparent process.</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r>
              <a:rPr lang="en-IN" sz="1800" b="0" i="0" u="none" strike="noStrike" dirty="0">
                <a:solidFill>
                  <a:srgbClr val="000000"/>
                </a:solidFill>
                <a:effectLst/>
                <a:latin typeface="Calibri" panose="020F0502020204030204" pitchFamily="34" charset="0"/>
              </a:rPr>
              <a:t>Difficult to manage tourist data and feedback in the existing system.</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r>
              <a:rPr lang="en-IN" sz="1800" b="0" i="0" u="none" strike="noStrike" dirty="0">
                <a:solidFill>
                  <a:srgbClr val="000000"/>
                </a:solidFill>
                <a:effectLst/>
                <a:latin typeface="Calibri" panose="020F0502020204030204" pitchFamily="34" charset="0"/>
              </a:rPr>
              <a:t>Need for a digital platform that ensures easy navigation, user-friendly access. Saves time, reduces paperwork, and provides 24×7availability.</a:t>
            </a:r>
            <a:endParaRPr lang="en-US" b="0" i="0" dirty="0">
              <a:solidFill>
                <a:srgbClr val="000000"/>
              </a:solidFill>
              <a:effectLst/>
              <a:latin typeface="Arial" panose="020B0604020202020204" pitchFamily="34" charset="0"/>
            </a:endParaRPr>
          </a:p>
        </p:txBody>
      </p:sp>
      <p:pic>
        <p:nvPicPr>
          <p:cNvPr id="3" name="Graphic 2" descr="Close with solid fill">
            <a:extLst>
              <a:ext uri="{FF2B5EF4-FFF2-40B4-BE49-F238E27FC236}">
                <a16:creationId xmlns:a16="http://schemas.microsoft.com/office/drawing/2014/main" id="{2556E172-AC0C-06DF-6FD6-8A30FB1F36A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85071" y="4495799"/>
            <a:ext cx="304801" cy="304801"/>
          </a:xfrm>
          <a:prstGeom prst="rect">
            <a:avLst/>
          </a:prstGeom>
        </p:spPr>
      </p:pic>
      <p:pic>
        <p:nvPicPr>
          <p:cNvPr id="4" name="Graphic 3" descr="Close with solid fill">
            <a:extLst>
              <a:ext uri="{FF2B5EF4-FFF2-40B4-BE49-F238E27FC236}">
                <a16:creationId xmlns:a16="http://schemas.microsoft.com/office/drawing/2014/main" id="{E3DD73C9-BB70-68AB-F910-B4B16F4DB8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81055" y="5410196"/>
            <a:ext cx="304801" cy="304801"/>
          </a:xfrm>
          <a:prstGeom prst="rect">
            <a:avLst/>
          </a:prstGeom>
        </p:spPr>
      </p:pic>
      <p:pic>
        <p:nvPicPr>
          <p:cNvPr id="5" name="Graphic 4" descr="Close with solid fill">
            <a:extLst>
              <a:ext uri="{FF2B5EF4-FFF2-40B4-BE49-F238E27FC236}">
                <a16:creationId xmlns:a16="http://schemas.microsoft.com/office/drawing/2014/main" id="{6F99601A-406D-D308-5134-C2A4298306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7256" y="4495798"/>
            <a:ext cx="304801" cy="304801"/>
          </a:xfrm>
          <a:prstGeom prst="rect">
            <a:avLst/>
          </a:prstGeom>
        </p:spPr>
      </p:pic>
      <p:pic>
        <p:nvPicPr>
          <p:cNvPr id="11" name="Graphic 10" descr="Checkmark with solid fill">
            <a:extLst>
              <a:ext uri="{FF2B5EF4-FFF2-40B4-BE49-F238E27FC236}">
                <a16:creationId xmlns:a16="http://schemas.microsoft.com/office/drawing/2014/main" id="{022C3709-3D92-B16E-46B9-3ECCE0038CF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26885" y="4481152"/>
            <a:ext cx="378542" cy="378542"/>
          </a:xfrm>
          <a:prstGeom prst="rect">
            <a:avLst/>
          </a:prstGeom>
        </p:spPr>
      </p:pic>
      <p:pic>
        <p:nvPicPr>
          <p:cNvPr id="12" name="Graphic 11" descr="Checkmark with solid fill">
            <a:extLst>
              <a:ext uri="{FF2B5EF4-FFF2-40B4-BE49-F238E27FC236}">
                <a16:creationId xmlns:a16="http://schemas.microsoft.com/office/drawing/2014/main" id="{9882CEF7-705B-1B0D-CB84-77485C81227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94068" y="4481152"/>
            <a:ext cx="378542" cy="378542"/>
          </a:xfrm>
          <a:prstGeom prst="rect">
            <a:avLst/>
          </a:prstGeom>
        </p:spPr>
      </p:pic>
      <p:pic>
        <p:nvPicPr>
          <p:cNvPr id="13" name="Graphic 12" descr="Checkmark with solid fill">
            <a:extLst>
              <a:ext uri="{FF2B5EF4-FFF2-40B4-BE49-F238E27FC236}">
                <a16:creationId xmlns:a16="http://schemas.microsoft.com/office/drawing/2014/main" id="{DCAEC29E-32B3-268D-2DF8-009B714E4A5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7593" y="5016297"/>
            <a:ext cx="378542" cy="378542"/>
          </a:xfrm>
          <a:prstGeom prst="rect">
            <a:avLst/>
          </a:prstGeom>
        </p:spPr>
      </p:pic>
      <p:pic>
        <p:nvPicPr>
          <p:cNvPr id="14" name="Graphic 13" descr="Checkmark with solid fill">
            <a:extLst>
              <a:ext uri="{FF2B5EF4-FFF2-40B4-BE49-F238E27FC236}">
                <a16:creationId xmlns:a16="http://schemas.microsoft.com/office/drawing/2014/main" id="{70D04916-EEDA-5CE1-45C9-E4DFB310F90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76764" y="4952839"/>
            <a:ext cx="378542" cy="378542"/>
          </a:xfrm>
          <a:prstGeom prst="rect">
            <a:avLst/>
          </a:prstGeom>
        </p:spPr>
      </p:pic>
      <p:pic>
        <p:nvPicPr>
          <p:cNvPr id="16" name="Graphic 15" descr="Checkmark with solid fill">
            <a:extLst>
              <a:ext uri="{FF2B5EF4-FFF2-40B4-BE49-F238E27FC236}">
                <a16:creationId xmlns:a16="http://schemas.microsoft.com/office/drawing/2014/main" id="{0EA408DF-C303-1D1B-0893-D99D4BFD158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83908" y="5016036"/>
            <a:ext cx="378542" cy="378542"/>
          </a:xfrm>
          <a:prstGeom prst="rect">
            <a:avLst/>
          </a:prstGeom>
        </p:spPr>
      </p:pic>
      <p:pic>
        <p:nvPicPr>
          <p:cNvPr id="17" name="Graphic 16" descr="Checkmark with solid fill">
            <a:extLst>
              <a:ext uri="{FF2B5EF4-FFF2-40B4-BE49-F238E27FC236}">
                <a16:creationId xmlns:a16="http://schemas.microsoft.com/office/drawing/2014/main" id="{D0F19FF6-F7D4-024B-7AA9-D43C9CFDDC2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714568" y="4969232"/>
            <a:ext cx="378542" cy="378542"/>
          </a:xfrm>
          <a:prstGeom prst="rect">
            <a:avLst/>
          </a:prstGeom>
        </p:spPr>
      </p:pic>
      <p:pic>
        <p:nvPicPr>
          <p:cNvPr id="18" name="Graphic 17" descr="Checkmark with solid fill">
            <a:extLst>
              <a:ext uri="{FF2B5EF4-FFF2-40B4-BE49-F238E27FC236}">
                <a16:creationId xmlns:a16="http://schemas.microsoft.com/office/drawing/2014/main" id="{AFEF0852-0A1B-7278-F747-CA78D04303D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94586" y="5347774"/>
            <a:ext cx="378542" cy="378542"/>
          </a:xfrm>
          <a:prstGeom prst="rect">
            <a:avLst/>
          </a:prstGeom>
        </p:spPr>
      </p:pic>
      <p:pic>
        <p:nvPicPr>
          <p:cNvPr id="19" name="Graphic 18" descr="Checkmark with solid fill">
            <a:extLst>
              <a:ext uri="{FF2B5EF4-FFF2-40B4-BE49-F238E27FC236}">
                <a16:creationId xmlns:a16="http://schemas.microsoft.com/office/drawing/2014/main" id="{01558132-0A83-46A2-EA28-D1B1C457E96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83908" y="5373325"/>
            <a:ext cx="378542" cy="378542"/>
          </a:xfrm>
          <a:prstGeom prst="rect">
            <a:avLst/>
          </a:prstGeom>
        </p:spPr>
      </p:pic>
      <p:pic>
        <p:nvPicPr>
          <p:cNvPr id="20" name="Graphic 19" descr="Checkmark with solid fill">
            <a:extLst>
              <a:ext uri="{FF2B5EF4-FFF2-40B4-BE49-F238E27FC236}">
                <a16:creationId xmlns:a16="http://schemas.microsoft.com/office/drawing/2014/main" id="{9C1816C0-ED5C-2130-1A08-4C0ECE75288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0014" y="5900539"/>
            <a:ext cx="378542" cy="378542"/>
          </a:xfrm>
          <a:prstGeom prst="rect">
            <a:avLst/>
          </a:prstGeom>
        </p:spPr>
      </p:pic>
      <p:pic>
        <p:nvPicPr>
          <p:cNvPr id="21" name="Graphic 20" descr="Checkmark with solid fill">
            <a:extLst>
              <a:ext uri="{FF2B5EF4-FFF2-40B4-BE49-F238E27FC236}">
                <a16:creationId xmlns:a16="http://schemas.microsoft.com/office/drawing/2014/main" id="{7E5196B6-3EAA-D13B-DF35-DCFD147DE45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56115" y="5394578"/>
            <a:ext cx="378542" cy="378542"/>
          </a:xfrm>
          <a:prstGeom prst="rect">
            <a:avLst/>
          </a:prstGeom>
        </p:spPr>
      </p:pic>
      <p:pic>
        <p:nvPicPr>
          <p:cNvPr id="39" name="Graphic 38" descr="Checkmark with solid fill">
            <a:extLst>
              <a:ext uri="{FF2B5EF4-FFF2-40B4-BE49-F238E27FC236}">
                <a16:creationId xmlns:a16="http://schemas.microsoft.com/office/drawing/2014/main" id="{96AED4D1-6552-14AD-A10B-733D25CA27E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7258" y="5989079"/>
            <a:ext cx="378542" cy="378542"/>
          </a:xfrm>
          <a:prstGeom prst="rect">
            <a:avLst/>
          </a:prstGeom>
        </p:spPr>
      </p:pic>
      <p:pic>
        <p:nvPicPr>
          <p:cNvPr id="41" name="Graphic 40" descr="Checkmark with solid fill">
            <a:extLst>
              <a:ext uri="{FF2B5EF4-FFF2-40B4-BE49-F238E27FC236}">
                <a16:creationId xmlns:a16="http://schemas.microsoft.com/office/drawing/2014/main" id="{1AA217D9-E063-DA47-E42A-FA7ADD7479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17458" y="5919885"/>
            <a:ext cx="378542" cy="378542"/>
          </a:xfrm>
          <a:prstGeom prst="rect">
            <a:avLst/>
          </a:prstGeom>
        </p:spPr>
      </p:pic>
      <p:pic>
        <p:nvPicPr>
          <p:cNvPr id="43" name="Graphic 42" descr="Checkmark with solid fill">
            <a:extLst>
              <a:ext uri="{FF2B5EF4-FFF2-40B4-BE49-F238E27FC236}">
                <a16:creationId xmlns:a16="http://schemas.microsoft.com/office/drawing/2014/main" id="{C4387E25-B194-A95D-12D4-AF91E7AE42F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48200" y="5857697"/>
            <a:ext cx="378542" cy="378542"/>
          </a:xfrm>
          <a:prstGeom prst="rect">
            <a:avLst/>
          </a:prstGeom>
        </p:spPr>
      </p:pic>
    </p:spTree>
    <p:extLst>
      <p:ext uri="{BB962C8B-B14F-4D97-AF65-F5344CB8AC3E}">
        <p14:creationId xmlns:p14="http://schemas.microsoft.com/office/powerpoint/2010/main" val="1163332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87A8D-9C13-86E9-F9DC-F6B02DE71005}"/>
              </a:ext>
            </a:extLst>
          </p:cNvPr>
          <p:cNvSpPr txBox="1">
            <a:spLocks/>
          </p:cNvSpPr>
          <p:nvPr/>
        </p:nvSpPr>
        <p:spPr>
          <a:xfrm>
            <a:off x="3745053" y="678426"/>
            <a:ext cx="6400800" cy="4572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1600" b="1" u="sng"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C8617128-CDF8-6E5D-1713-99CBCA912C7F}"/>
              </a:ext>
            </a:extLst>
          </p:cNvPr>
          <p:cNvSpPr txBox="1">
            <a:spLocks/>
          </p:cNvSpPr>
          <p:nvPr/>
        </p:nvSpPr>
        <p:spPr>
          <a:xfrm>
            <a:off x="1434894" y="1947365"/>
            <a:ext cx="8269544" cy="4299872"/>
          </a:xfrm>
          <a:prstGeom prst="rect">
            <a:avLst/>
          </a:prstGeom>
        </p:spPr>
        <p:txBody>
          <a:bodyPr vert="horz" wrap="square"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IN" sz="1600" dirty="0">
              <a:latin typeface="Times New Roman" panose="02020603050405020304" pitchFamily="18" charset="0"/>
              <a:ea typeface="Times New Roman" panose="02020603050405020304" pitchFamily="18" charset="0"/>
            </a:endParaRPr>
          </a:p>
        </p:txBody>
      </p:sp>
      <p:pic>
        <p:nvPicPr>
          <p:cNvPr id="2050" name="Picture 2">
            <a:extLst>
              <a:ext uri="{FF2B5EF4-FFF2-40B4-BE49-F238E27FC236}">
                <a16:creationId xmlns:a16="http://schemas.microsoft.com/office/drawing/2014/main" id="{309AD3A3-2760-EDDB-F3E7-C1F3BA11A6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123" y="0"/>
            <a:ext cx="12192000" cy="8794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0C748E9-3D44-250A-6A27-E0C8DD1C2C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48" y="637920"/>
            <a:ext cx="12192000" cy="7048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FE3E53A-B067-2CCD-9C63-4393CB2FDD8C}"/>
              </a:ext>
            </a:extLst>
          </p:cNvPr>
          <p:cNvSpPr txBox="1"/>
          <p:nvPr/>
        </p:nvSpPr>
        <p:spPr>
          <a:xfrm>
            <a:off x="2745658" y="892302"/>
            <a:ext cx="6297560" cy="4893647"/>
          </a:xfrm>
          <a:prstGeom prst="rect">
            <a:avLst/>
          </a:prstGeom>
          <a:noFill/>
        </p:spPr>
        <p:txBody>
          <a:bodyPr wrap="square">
            <a:spAutoFit/>
          </a:bodyPr>
          <a:lstStyle/>
          <a:p>
            <a:pPr algn="l" rtl="0" fontAlgn="base">
              <a:buNone/>
            </a:pPr>
            <a:r>
              <a:rPr lang="en-US" sz="20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ctr" rtl="0" fontAlgn="base">
              <a:buNone/>
            </a:pPr>
            <a:r>
              <a:rPr lang="en-US" sz="1600" b="0" i="0" dirty="0">
                <a:solidFill>
                  <a:srgbClr val="000000"/>
                </a:solidFill>
                <a:effectLst/>
                <a:latin typeface="Times New Roman" panose="02020603050405020304" pitchFamily="18" charset="0"/>
              </a:rPr>
              <a:t>​</a:t>
            </a:r>
            <a:endParaRPr lang="en-US" b="0" i="0" dirty="0">
              <a:solidFill>
                <a:srgbClr val="000000"/>
              </a:solidFill>
              <a:effectLst/>
              <a:latin typeface="Arial" panose="020B0604020202020204" pitchFamily="34" charset="0"/>
            </a:endParaRPr>
          </a:p>
          <a:p>
            <a:pPr algn="l" rtl="0" fontAlgn="base">
              <a:buNone/>
            </a:pPr>
            <a:r>
              <a:rPr lang="en-US" sz="20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buNone/>
            </a:pPr>
            <a:r>
              <a:rPr lang="en-US" sz="20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buNone/>
            </a:pPr>
            <a:r>
              <a:rPr lang="en-US" sz="2000" b="1" i="0" u="none" strike="noStrike" dirty="0">
                <a:solidFill>
                  <a:srgbClr val="000000"/>
                </a:solidFill>
                <a:effectLst/>
                <a:latin typeface="Calibri" panose="020F0502020204030204" pitchFamily="34" charset="0"/>
              </a:rPr>
              <a:t>(1)admin :-</a:t>
            </a:r>
            <a:r>
              <a:rPr lang="en-US" sz="20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buNone/>
            </a:pPr>
            <a:r>
              <a:rPr lang="en-US" sz="20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r>
              <a:rPr lang="en-US" sz="1800" b="0" i="0" u="none" strike="noStrike" dirty="0">
                <a:solidFill>
                  <a:srgbClr val="000000"/>
                </a:solidFill>
                <a:effectLst/>
                <a:latin typeface="Calibri" panose="020F0502020204030204" pitchFamily="34" charset="0"/>
              </a:rPr>
              <a:t>Manage tourist/user accounts (add, update, delete).</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r>
              <a:rPr lang="en-US" sz="1800" b="0" i="0" u="none" strike="noStrike" dirty="0">
                <a:solidFill>
                  <a:srgbClr val="000000"/>
                </a:solidFill>
                <a:effectLst/>
                <a:latin typeface="Calibri" panose="020F0502020204030204" pitchFamily="34" charset="0"/>
              </a:rPr>
              <a:t>Create, update, and remove tour packages.</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r>
              <a:rPr lang="en-US" sz="1800" b="0" i="0" u="none" strike="noStrike" dirty="0">
                <a:solidFill>
                  <a:srgbClr val="000000"/>
                </a:solidFill>
                <a:effectLst/>
                <a:latin typeface="Calibri" panose="020F0502020204030204" pitchFamily="34" charset="0"/>
              </a:rPr>
              <a:t>Manage bookings and cancellations.</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r>
              <a:rPr lang="en-US" sz="1800" b="0" i="0" u="none" strike="noStrike" dirty="0">
                <a:solidFill>
                  <a:srgbClr val="000000"/>
                </a:solidFill>
                <a:effectLst/>
                <a:latin typeface="Calibri" panose="020F0502020204030204" pitchFamily="34" charset="0"/>
              </a:rPr>
              <a:t>View and respond to tourist queries/feedback.</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r>
              <a:rPr lang="en-US" sz="1800" b="0" i="0" u="none" strike="noStrike" dirty="0">
                <a:solidFill>
                  <a:srgbClr val="000000"/>
                </a:solidFill>
                <a:effectLst/>
                <a:latin typeface="Calibri" panose="020F0502020204030204" pitchFamily="34" charset="0"/>
              </a:rPr>
              <a:t>Generate reports for packages, users, and bookings.</a:t>
            </a:r>
            <a:r>
              <a:rPr lang="en-US" sz="1800" b="0" i="0" dirty="0">
                <a:solidFill>
                  <a:srgbClr val="000000"/>
                </a:solidFill>
                <a:effectLst/>
                <a:latin typeface="Calibri" panose="020F0502020204030204" pitchFamily="34" charset="0"/>
              </a:rPr>
              <a:t>​</a:t>
            </a:r>
            <a:endParaRPr lang="en-US" dirty="0">
              <a:solidFill>
                <a:srgbClr val="000000"/>
              </a:solidFill>
              <a:latin typeface="Arial" panose="020B0604020202020204" pitchFamily="34" charset="0"/>
            </a:endParaRPr>
          </a:p>
          <a:p>
            <a:pPr algn="l" rtl="0" fontAlgn="base"/>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r>
              <a:rPr lang="en-US" sz="1800" b="0" i="0" u="none" strike="noStrike" dirty="0">
                <a:solidFill>
                  <a:srgbClr val="000000"/>
                </a:solidFill>
                <a:effectLst/>
                <a:latin typeface="Calibri" panose="020F0502020204030204" pitchFamily="34" charset="0"/>
              </a:rPr>
              <a:t>Ensure security and smooth functioning of the system.</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302090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BA2C075B-16C9-21F8-BB27-865C2811FD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47"/>
            <a:ext cx="12192000" cy="771525"/>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a:extLst>
              <a:ext uri="{FF2B5EF4-FFF2-40B4-BE49-F238E27FC236}">
                <a16:creationId xmlns:a16="http://schemas.microsoft.com/office/drawing/2014/main" id="{87616AC1-DC02-A685-A078-90BD2EA91A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848" y="527538"/>
            <a:ext cx="13335000" cy="7715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E157559-07DB-3C70-8301-636A075264C9}"/>
              </a:ext>
            </a:extLst>
          </p:cNvPr>
          <p:cNvSpPr txBox="1"/>
          <p:nvPr/>
        </p:nvSpPr>
        <p:spPr>
          <a:xfrm>
            <a:off x="2893142" y="1377473"/>
            <a:ext cx="6671186" cy="3970318"/>
          </a:xfrm>
          <a:prstGeom prst="rect">
            <a:avLst/>
          </a:prstGeom>
          <a:noFill/>
        </p:spPr>
        <p:txBody>
          <a:bodyPr wrap="square">
            <a:spAutoFit/>
          </a:bodyPr>
          <a:lstStyle/>
          <a:p>
            <a:pPr algn="l" rtl="0" fontAlgn="base">
              <a:buNone/>
            </a:pPr>
            <a:r>
              <a:rPr lang="en-US" sz="1800" b="1" i="0" u="none" strike="noStrike" dirty="0">
                <a:solidFill>
                  <a:srgbClr val="000000"/>
                </a:solidFill>
                <a:effectLst/>
                <a:latin typeface="Calibri" panose="020F0502020204030204" pitchFamily="34" charset="0"/>
              </a:rPr>
              <a:t>(2)user :-</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r>
              <a:rPr lang="en-US" sz="1800" b="0" i="0" u="none" strike="noStrike" dirty="0">
                <a:solidFill>
                  <a:srgbClr val="000000"/>
                </a:solidFill>
                <a:effectLst/>
                <a:latin typeface="Calibri" panose="020F0502020204030204" pitchFamily="34" charset="0"/>
              </a:rPr>
              <a:t> Register and log in to the system.</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r>
              <a:rPr lang="en-US" sz="1800" b="0" i="0" u="none" strike="noStrike" dirty="0">
                <a:solidFill>
                  <a:srgbClr val="000000"/>
                </a:solidFill>
                <a:effectLst/>
                <a:latin typeface="Calibri" panose="020F0502020204030204" pitchFamily="34" charset="0"/>
              </a:rPr>
              <a:t> Search and view available tour packages.</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r>
              <a:rPr lang="en-US" sz="1800" b="0" i="0" u="none" strike="noStrike" dirty="0">
                <a:solidFill>
                  <a:srgbClr val="000000"/>
                </a:solidFill>
                <a:effectLst/>
                <a:latin typeface="Calibri" panose="020F0502020204030204" pitchFamily="34" charset="0"/>
              </a:rPr>
              <a:t> Book or cancel tour packages. </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r>
              <a:rPr lang="en-US" sz="1800" b="0" i="0" u="none" strike="noStrike" dirty="0">
                <a:solidFill>
                  <a:srgbClr val="000000"/>
                </a:solidFill>
                <a:effectLst/>
                <a:latin typeface="Calibri" panose="020F0502020204030204" pitchFamily="34" charset="0"/>
              </a:rPr>
              <a:t>View booking history and package details. </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r>
              <a:rPr lang="en-US" sz="1800" b="0" i="0" u="none" strike="noStrike" dirty="0">
                <a:solidFill>
                  <a:srgbClr val="000000"/>
                </a:solidFill>
                <a:effectLst/>
                <a:latin typeface="Calibri" panose="020F0502020204030204" pitchFamily="34" charset="0"/>
              </a:rPr>
              <a:t>Give feedback or reviews on tours.</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a:p>
            <a:pPr algn="l" rtl="0" fontAlgn="base"/>
            <a:endParaRPr lang="en-US" b="0" i="0" dirty="0">
              <a:solidFill>
                <a:srgbClr val="000000"/>
              </a:solidFill>
              <a:effectLst/>
              <a:latin typeface="Arial" panose="020B0604020202020204" pitchFamily="34" charset="0"/>
            </a:endParaRPr>
          </a:p>
          <a:p>
            <a:pPr marL="285750" indent="-285750" algn="l" rtl="0" fontAlgn="base">
              <a:buFont typeface="Wingdings" panose="05000000000000000000" pitchFamily="2" charset="2"/>
              <a:buChar char="Ø"/>
            </a:pPr>
            <a:r>
              <a:rPr lang="en-US" sz="1800" b="0" i="0" u="none" strike="noStrike" dirty="0">
                <a:solidFill>
                  <a:srgbClr val="000000"/>
                </a:solidFill>
                <a:effectLst/>
                <a:latin typeface="Calibri" panose="020F0502020204030204" pitchFamily="34" charset="0"/>
              </a:rPr>
              <a:t> Contact admin for queries or support. Access the system anytime, anywhere (24×7).</a:t>
            </a:r>
            <a:r>
              <a:rPr lang="en-US" sz="1800" b="0" i="0" dirty="0">
                <a:solidFill>
                  <a:srgbClr val="000000"/>
                </a:solidFill>
                <a:effectLst/>
                <a:latin typeface="Calibri" panose="020F0502020204030204" pitchFamily="34" charset="0"/>
              </a:rPr>
              <a:t>​</a:t>
            </a: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770974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4E585213-087D-E853-FC46-D3585E1E58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2904" y="-70338"/>
            <a:ext cx="13335000" cy="962025"/>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a:extLst>
              <a:ext uri="{FF2B5EF4-FFF2-40B4-BE49-F238E27FC236}">
                <a16:creationId xmlns:a16="http://schemas.microsoft.com/office/drawing/2014/main" id="{EA055BAE-9CC2-2AC7-8922-35768CA291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122" y="505924"/>
            <a:ext cx="13335000" cy="7715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5">
            <a:extLst>
              <a:ext uri="{FF2B5EF4-FFF2-40B4-BE49-F238E27FC236}">
                <a16:creationId xmlns:a16="http://schemas.microsoft.com/office/drawing/2014/main" id="{5D133E4E-FD42-86AE-762A-324AB2428B88}"/>
              </a:ext>
            </a:extLst>
          </p:cNvPr>
          <p:cNvSpPr txBox="1"/>
          <p:nvPr/>
        </p:nvSpPr>
        <p:spPr>
          <a:xfrm>
            <a:off x="1279743" y="1859340"/>
            <a:ext cx="9632514" cy="313932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t>1) Admin Module :-</a:t>
            </a:r>
            <a:r>
              <a:rPr lang="en-US" dirty="0"/>
              <a:t> </a:t>
            </a:r>
          </a:p>
          <a:p>
            <a:endParaRPr lang="en-US" dirty="0"/>
          </a:p>
          <a:p>
            <a:pPr marL="342900" indent="-342900">
              <a:buFont typeface="Wingdings"/>
              <a:buChar char="Ø"/>
            </a:pPr>
            <a:r>
              <a:rPr lang="en-US" sz="2000" dirty="0"/>
              <a:t>Manage tourist/user accounts. Create, update, and delete tour packages.</a:t>
            </a:r>
            <a:endParaRPr lang="en-US" sz="2000" dirty="0">
              <a:ea typeface="Calibri"/>
              <a:cs typeface="Calibri"/>
            </a:endParaRPr>
          </a:p>
          <a:p>
            <a:endParaRPr lang="en-US" sz="2000" dirty="0">
              <a:ea typeface="Calibri"/>
              <a:cs typeface="Calibri"/>
            </a:endParaRPr>
          </a:p>
          <a:p>
            <a:pPr marL="342900" indent="-342900">
              <a:buFont typeface="Wingdings"/>
              <a:buChar char="Ø"/>
            </a:pPr>
            <a:r>
              <a:rPr lang="en-US" sz="2000" dirty="0"/>
              <a:t> Approve, manage, and cancel bookings. Monitor and respond to tourist feedback/queries. </a:t>
            </a:r>
            <a:endParaRPr lang="en-US" sz="2000" dirty="0">
              <a:ea typeface="Calibri"/>
              <a:cs typeface="Calibri"/>
            </a:endParaRPr>
          </a:p>
          <a:p>
            <a:endParaRPr lang="en-US" sz="2000" dirty="0">
              <a:ea typeface="Calibri"/>
              <a:cs typeface="Calibri"/>
            </a:endParaRPr>
          </a:p>
          <a:p>
            <a:pPr marL="342900" indent="-342900">
              <a:buFont typeface="Wingdings"/>
              <a:buChar char="Ø"/>
            </a:pPr>
            <a:r>
              <a:rPr lang="en-US" sz="2000" dirty="0"/>
              <a:t>Generate and view reports (users, bookings, packages). </a:t>
            </a:r>
            <a:endParaRPr lang="en-US" sz="2000" dirty="0">
              <a:ea typeface="Calibri"/>
              <a:cs typeface="Calibri"/>
            </a:endParaRPr>
          </a:p>
          <a:p>
            <a:endParaRPr lang="en-US" sz="2000" dirty="0">
              <a:ea typeface="Calibri"/>
              <a:cs typeface="Calibri"/>
            </a:endParaRPr>
          </a:p>
          <a:p>
            <a:pPr marL="342900" indent="-342900">
              <a:buFont typeface="Wingdings"/>
              <a:buChar char="Ø"/>
            </a:pPr>
            <a:r>
              <a:rPr lang="en-US" sz="2000" dirty="0"/>
              <a:t>Ensure proper functioning and security of the system.</a:t>
            </a:r>
            <a:endParaRPr lang="en-US" sz="2000" dirty="0">
              <a:ea typeface="Calibri"/>
              <a:cs typeface="Calibri"/>
            </a:endParaRPr>
          </a:p>
        </p:txBody>
      </p:sp>
    </p:spTree>
    <p:extLst>
      <p:ext uri="{BB962C8B-B14F-4D97-AF65-F5344CB8AC3E}">
        <p14:creationId xmlns:p14="http://schemas.microsoft.com/office/powerpoint/2010/main" val="399233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6B01A842-3C95-9D5E-2A94-D4C0BA78F2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1362" y="0"/>
            <a:ext cx="13335000" cy="962025"/>
          </a:xfrm>
          <a:prstGeom prst="rect">
            <a:avLst/>
          </a:prstGeom>
          <a:noFill/>
          <a:extLst>
            <a:ext uri="{909E8E84-426E-40DD-AFC4-6F175D3DCCD1}">
              <a14:hiddenFill xmlns:a14="http://schemas.microsoft.com/office/drawing/2010/main">
                <a:solidFill>
                  <a:srgbClr val="FFFFFF"/>
                </a:solidFill>
              </a14:hiddenFill>
            </a:ext>
          </a:extLst>
        </p:spPr>
      </p:pic>
      <p:pic>
        <p:nvPicPr>
          <p:cNvPr id="5123" name="Picture 3">
            <a:extLst>
              <a:ext uri="{FF2B5EF4-FFF2-40B4-BE49-F238E27FC236}">
                <a16:creationId xmlns:a16="http://schemas.microsoft.com/office/drawing/2014/main" id="{781EA51A-916F-92BF-FD0A-D8B31D941B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677" y="718457"/>
            <a:ext cx="13335000" cy="7715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5">
            <a:extLst>
              <a:ext uri="{FF2B5EF4-FFF2-40B4-BE49-F238E27FC236}">
                <a16:creationId xmlns:a16="http://schemas.microsoft.com/office/drawing/2014/main" id="{894DEE37-C9FC-BFDB-810A-622D50D547D6}"/>
              </a:ext>
            </a:extLst>
          </p:cNvPr>
          <p:cNvSpPr txBox="1"/>
          <p:nvPr/>
        </p:nvSpPr>
        <p:spPr>
          <a:xfrm>
            <a:off x="2442172" y="1680482"/>
            <a:ext cx="7523966" cy="470898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t>2) User Module :-</a:t>
            </a:r>
          </a:p>
          <a:p>
            <a:endParaRPr lang="en-US" sz="2000" b="1"/>
          </a:p>
          <a:p>
            <a:pPr marL="285750" indent="-285750">
              <a:buFont typeface="Wingdings"/>
              <a:buChar char="Ø"/>
            </a:pPr>
            <a:r>
              <a:rPr lang="en-US" sz="2000"/>
              <a:t>(Tourist) Register and log in to the system.</a:t>
            </a:r>
            <a:endParaRPr lang="en-US" sz="2000">
              <a:ea typeface="Calibri"/>
              <a:cs typeface="Calibri"/>
            </a:endParaRPr>
          </a:p>
          <a:p>
            <a:endParaRPr lang="en-US" sz="2000">
              <a:ea typeface="Calibri"/>
              <a:cs typeface="Calibri"/>
            </a:endParaRPr>
          </a:p>
          <a:p>
            <a:pPr marL="285750" indent="-285750">
              <a:buFont typeface="Wingdings"/>
              <a:buChar char="Ø"/>
            </a:pPr>
            <a:r>
              <a:rPr lang="en-US" sz="2000"/>
              <a:t> Search and view available tour packages.</a:t>
            </a:r>
            <a:endParaRPr lang="en-US" sz="2000">
              <a:ea typeface="Calibri" panose="020F0502020204030204"/>
              <a:cs typeface="Calibri" panose="020F0502020204030204"/>
            </a:endParaRPr>
          </a:p>
          <a:p>
            <a:endParaRPr lang="en-US" sz="2000">
              <a:ea typeface="Calibri" panose="020F0502020204030204"/>
              <a:cs typeface="Calibri" panose="020F0502020204030204"/>
            </a:endParaRPr>
          </a:p>
          <a:p>
            <a:pPr marL="285750" indent="-285750">
              <a:buFont typeface="Wingdings"/>
              <a:buChar char="Ø"/>
            </a:pPr>
            <a:r>
              <a:rPr lang="en-US" sz="2000"/>
              <a:t> Book or cancel tour packages.</a:t>
            </a:r>
            <a:endParaRPr lang="en-US" sz="2000">
              <a:ea typeface="Calibri" panose="020F0502020204030204"/>
              <a:cs typeface="Calibri" panose="020F0502020204030204"/>
            </a:endParaRPr>
          </a:p>
          <a:p>
            <a:endParaRPr lang="en-US" sz="2000">
              <a:ea typeface="Calibri" panose="020F0502020204030204"/>
              <a:cs typeface="Calibri" panose="020F0502020204030204"/>
            </a:endParaRPr>
          </a:p>
          <a:p>
            <a:pPr marL="285750" indent="-285750">
              <a:buFont typeface="Wingdings"/>
              <a:buChar char="Ø"/>
            </a:pPr>
            <a:r>
              <a:rPr lang="en-US" sz="2000"/>
              <a:t> View booking history and package details.</a:t>
            </a:r>
            <a:endParaRPr lang="en-US" sz="2000">
              <a:ea typeface="Calibri" panose="020F0502020204030204"/>
              <a:cs typeface="Calibri" panose="020F0502020204030204"/>
            </a:endParaRPr>
          </a:p>
          <a:p>
            <a:endParaRPr lang="en-US" sz="2000">
              <a:ea typeface="Calibri" panose="020F0502020204030204"/>
              <a:cs typeface="Calibri" panose="020F0502020204030204"/>
            </a:endParaRPr>
          </a:p>
          <a:p>
            <a:pPr marL="285750" indent="-285750">
              <a:buFont typeface="Wingdings"/>
              <a:buChar char="Ø"/>
            </a:pPr>
            <a:r>
              <a:rPr lang="en-US" sz="2000"/>
              <a:t> Provide feedback or reviews for tours.</a:t>
            </a:r>
            <a:endParaRPr lang="en-US" sz="2000">
              <a:ea typeface="Calibri" panose="020F0502020204030204"/>
              <a:cs typeface="Calibri" panose="020F0502020204030204"/>
            </a:endParaRPr>
          </a:p>
          <a:p>
            <a:endParaRPr lang="en-US" sz="2000">
              <a:ea typeface="Calibri" panose="020F0502020204030204"/>
              <a:cs typeface="Calibri" panose="020F0502020204030204"/>
            </a:endParaRPr>
          </a:p>
          <a:p>
            <a:pPr marL="285750" indent="-285750">
              <a:buFont typeface="Wingdings"/>
              <a:buChar char="Ø"/>
            </a:pPr>
            <a:r>
              <a:rPr lang="en-US" sz="2000"/>
              <a:t> Contact admin for queries or support.</a:t>
            </a:r>
            <a:endParaRPr lang="en-US" sz="2000">
              <a:ea typeface="Calibri" panose="020F0502020204030204"/>
              <a:cs typeface="Calibri" panose="020F0502020204030204"/>
            </a:endParaRPr>
          </a:p>
          <a:p>
            <a:endParaRPr lang="en-US" sz="2000">
              <a:ea typeface="Calibri" panose="020F0502020204030204"/>
              <a:cs typeface="Calibri" panose="020F0502020204030204"/>
            </a:endParaRPr>
          </a:p>
          <a:p>
            <a:pPr marL="285750" indent="-285750">
              <a:buFont typeface="Wingdings"/>
              <a:buChar char="Ø"/>
            </a:pPr>
            <a:r>
              <a:rPr lang="en-US" sz="2000"/>
              <a:t> Access system anytime (24×7 availability).</a:t>
            </a:r>
            <a:endParaRPr lang="en-US" sz="2000">
              <a:ea typeface="Calibri" panose="020F0502020204030204"/>
              <a:cs typeface="Calibri" panose="020F0502020204030204"/>
            </a:endParaRPr>
          </a:p>
        </p:txBody>
      </p:sp>
    </p:spTree>
    <p:extLst>
      <p:ext uri="{BB962C8B-B14F-4D97-AF65-F5344CB8AC3E}">
        <p14:creationId xmlns:p14="http://schemas.microsoft.com/office/powerpoint/2010/main" val="436647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5AF4E08-D727-BEC3-C189-57F3945DA27F}"/>
              </a:ext>
            </a:extLst>
          </p:cNvPr>
          <p:cNvSpPr txBox="1">
            <a:spLocks/>
          </p:cNvSpPr>
          <p:nvPr/>
        </p:nvSpPr>
        <p:spPr>
          <a:xfrm>
            <a:off x="781664" y="1332274"/>
            <a:ext cx="7772400" cy="53339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000" b="1" u="sng"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334F7783-CC86-F350-8255-2268F90BADDA}"/>
              </a:ext>
            </a:extLst>
          </p:cNvPr>
          <p:cNvSpPr>
            <a:spLocks noChangeArrowheads="1"/>
          </p:cNvSpPr>
          <p:nvPr/>
        </p:nvSpPr>
        <p:spPr bwMode="auto">
          <a:xfrm>
            <a:off x="1425677" y="769674"/>
            <a:ext cx="8534400" cy="369332"/>
          </a:xfrm>
          <a:prstGeom prst="rect">
            <a:avLst/>
          </a:prstGeom>
          <a:noFill/>
          <a:ln w="9525">
            <a:noFill/>
            <a:miter lim="800000"/>
          </a:ln>
          <a:effectLst/>
        </p:spPr>
        <p:txBody>
          <a:bodyPr vert="horz" wrap="square" lIns="91440" tIns="45720" rIns="91440" bIns="45720" numCol="1" anchor="ctr" anchorCtr="0" compatLnSpc="1">
            <a:spAutoFit/>
          </a:bodyPr>
          <a:lstStyle/>
          <a:p>
            <a:pPr algn="ctr" fontAlgn="base">
              <a:spcBef>
                <a:spcPct val="0"/>
              </a:spcBef>
              <a:spcAft>
                <a:spcPct val="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5.1 MINIMUM SOFTWARE REQUIREMENT</a:t>
            </a:r>
            <a:endParaRPr lang="en-US" b="1"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046E4612-FEBC-D6FB-3BF1-48D721035D30}"/>
              </a:ext>
            </a:extLst>
          </p:cNvPr>
          <p:cNvGraphicFramePr>
            <a:graphicFrameLocks noGrp="1"/>
          </p:cNvGraphicFramePr>
          <p:nvPr>
            <p:extLst>
              <p:ext uri="{D42A27DB-BD31-4B8C-83A1-F6EECF244321}">
                <p14:modId xmlns:p14="http://schemas.microsoft.com/office/powerpoint/2010/main" val="595072462"/>
              </p:ext>
            </p:extLst>
          </p:nvPr>
        </p:nvGraphicFramePr>
        <p:xfrm>
          <a:off x="1750141" y="1823248"/>
          <a:ext cx="7924800" cy="2222745"/>
        </p:xfrm>
        <a:graphic>
          <a:graphicData uri="http://schemas.openxmlformats.org/drawingml/2006/table">
            <a:tbl>
              <a:tblPr firstRow="1" bandRow="1">
                <a:tableStyleId>{5940675A-B579-460E-94D1-54222C63F5DA}</a:tableStyleId>
              </a:tblPr>
              <a:tblGrid>
                <a:gridCol w="3962400">
                  <a:extLst>
                    <a:ext uri="{9D8B030D-6E8A-4147-A177-3AD203B41FA5}">
                      <a16:colId xmlns:a16="http://schemas.microsoft.com/office/drawing/2014/main" val="20000"/>
                    </a:ext>
                  </a:extLst>
                </a:gridCol>
                <a:gridCol w="3962400">
                  <a:extLst>
                    <a:ext uri="{9D8B030D-6E8A-4147-A177-3AD203B41FA5}">
                      <a16:colId xmlns:a16="http://schemas.microsoft.com/office/drawing/2014/main" val="20001"/>
                    </a:ext>
                  </a:extLst>
                </a:gridCol>
              </a:tblGrid>
              <a:tr h="531105">
                <a:tc gridSpan="2">
                  <a:txBody>
                    <a:bodyPr/>
                    <a:lstStyle/>
                    <a:p>
                      <a:r>
                        <a:rPr lang="en-US" sz="1800" b="1" dirty="0">
                          <a:solidFill>
                            <a:schemeClr val="tx1"/>
                          </a:solidFill>
                          <a:effectLst/>
                          <a:latin typeface="Times New Roman" panose="02020603050405020304" pitchFamily="18" charset="0"/>
                          <a:cs typeface="Times New Roman" panose="02020603050405020304" pitchFamily="18" charset="0"/>
                        </a:rPr>
                        <a:t>Server side Requirement</a:t>
                      </a:r>
                    </a:p>
                  </a:txBody>
                  <a:tcPr/>
                </a:tc>
                <a:tc hMerge="1">
                  <a:txBody>
                    <a:bodyPr/>
                    <a:lstStyle/>
                    <a:p>
                      <a:endParaRPr lang="en-US"/>
                    </a:p>
                  </a:txBody>
                  <a:tcPr/>
                </a:tc>
                <a:extLst>
                  <a:ext uri="{0D108BD9-81ED-4DB2-BD59-A6C34878D82A}">
                    <a16:rowId xmlns:a16="http://schemas.microsoft.com/office/drawing/2014/main" val="10000"/>
                  </a:ext>
                </a:extLst>
              </a:tr>
              <a:tr h="370840">
                <a:tc>
                  <a:txBody>
                    <a:bodyPr/>
                    <a:lstStyle/>
                    <a:p>
                      <a:r>
                        <a:rPr lang="en-US" sz="1800" b="1" dirty="0">
                          <a:solidFill>
                            <a:schemeClr val="tx1"/>
                          </a:solidFill>
                          <a:latin typeface="Times New Roman" panose="02020603050405020304" pitchFamily="18" charset="0"/>
                          <a:cs typeface="Times New Roman" panose="02020603050405020304" pitchFamily="18" charset="0"/>
                        </a:rPr>
                        <a:t>Operating</a:t>
                      </a:r>
                      <a:r>
                        <a:rPr lang="en-US" sz="1800" b="1" baseline="0" dirty="0">
                          <a:solidFill>
                            <a:schemeClr val="tx1"/>
                          </a:solidFill>
                          <a:latin typeface="Times New Roman" panose="02020603050405020304" pitchFamily="18" charset="0"/>
                          <a:cs typeface="Times New Roman" panose="02020603050405020304" pitchFamily="18" charset="0"/>
                        </a:rPr>
                        <a:t> System</a:t>
                      </a:r>
                      <a:endParaRPr lang="en-US" sz="18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Window Server</a:t>
                      </a:r>
                      <a:r>
                        <a:rPr lang="en-US" sz="1600" baseline="0" dirty="0">
                          <a:solidFill>
                            <a:schemeClr val="tx1"/>
                          </a:solidFill>
                          <a:latin typeface="Times New Roman" panose="02020603050405020304" pitchFamily="18" charset="0"/>
                          <a:cs typeface="Times New Roman" panose="02020603050405020304" pitchFamily="18" charset="0"/>
                        </a:rPr>
                        <a:t> 2003 </a:t>
                      </a:r>
                      <a:r>
                        <a:rPr lang="en-US" sz="1600" baseline="0" dirty="0">
                          <a:latin typeface="Times New Roman" panose="02020603050405020304" pitchFamily="18" charset="0"/>
                          <a:cs typeface="Times New Roman" panose="02020603050405020304" pitchFamily="18" charset="0"/>
                        </a:rPr>
                        <a:t>or Any Compatible Server OS</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US" sz="1800" b="1" dirty="0">
                          <a:solidFill>
                            <a:schemeClr val="tx1"/>
                          </a:solidFill>
                          <a:latin typeface="Times New Roman" panose="02020603050405020304" pitchFamily="18" charset="0"/>
                          <a:cs typeface="Times New Roman" panose="02020603050405020304" pitchFamily="18" charset="0"/>
                        </a:rPr>
                        <a:t>Web Server</a:t>
                      </a:r>
                    </a:p>
                  </a:txBody>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APACHE</a:t>
                      </a:r>
                    </a:p>
                  </a:txBody>
                  <a:tcPr/>
                </a:tc>
                <a:extLst>
                  <a:ext uri="{0D108BD9-81ED-4DB2-BD59-A6C34878D82A}">
                    <a16:rowId xmlns:a16="http://schemas.microsoft.com/office/drawing/2014/main" val="10002"/>
                  </a:ext>
                </a:extLst>
              </a:tr>
              <a:tr h="370840">
                <a:tc>
                  <a:txBody>
                    <a:bodyPr/>
                    <a:lstStyle/>
                    <a:p>
                      <a:r>
                        <a:rPr lang="en-US" sz="1800" b="1" dirty="0">
                          <a:solidFill>
                            <a:schemeClr val="tx1"/>
                          </a:solidFill>
                          <a:latin typeface="Times New Roman" panose="02020603050405020304" pitchFamily="18" charset="0"/>
                          <a:cs typeface="Times New Roman" panose="02020603050405020304" pitchFamily="18" charset="0"/>
                        </a:rPr>
                        <a:t>Front-End</a:t>
                      </a:r>
                      <a:r>
                        <a:rPr lang="en-US" sz="1800" b="1" baseline="0" dirty="0">
                          <a:solidFill>
                            <a:schemeClr val="tx1"/>
                          </a:solidFill>
                          <a:latin typeface="Times New Roman" panose="02020603050405020304" pitchFamily="18" charset="0"/>
                          <a:cs typeface="Times New Roman" panose="02020603050405020304" pitchFamily="18" charset="0"/>
                        </a:rPr>
                        <a:t> Tools</a:t>
                      </a:r>
                      <a:endParaRPr lang="en-US" sz="18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PHP 8.0.12</a:t>
                      </a:r>
                    </a:p>
                  </a:txBody>
                  <a:tcPr/>
                </a:tc>
                <a:extLst>
                  <a:ext uri="{0D108BD9-81ED-4DB2-BD59-A6C34878D82A}">
                    <a16:rowId xmlns:a16="http://schemas.microsoft.com/office/drawing/2014/main" val="10003"/>
                  </a:ext>
                </a:extLst>
              </a:tr>
              <a:tr h="370840">
                <a:tc>
                  <a:txBody>
                    <a:bodyPr/>
                    <a:lstStyle/>
                    <a:p>
                      <a:r>
                        <a:rPr lang="en-US" sz="1800" b="1" dirty="0">
                          <a:solidFill>
                            <a:schemeClr val="tx1"/>
                          </a:solidFill>
                          <a:latin typeface="Times New Roman" panose="02020603050405020304" pitchFamily="18" charset="0"/>
                          <a:cs typeface="Times New Roman" panose="02020603050405020304" pitchFamily="18" charset="0"/>
                        </a:rPr>
                        <a:t>Back-End</a:t>
                      </a:r>
                      <a:r>
                        <a:rPr lang="en-US" sz="1800" b="1" baseline="0" dirty="0">
                          <a:solidFill>
                            <a:schemeClr val="tx1"/>
                          </a:solidFill>
                          <a:latin typeface="Times New Roman" panose="02020603050405020304" pitchFamily="18" charset="0"/>
                          <a:cs typeface="Times New Roman" panose="02020603050405020304" pitchFamily="18" charset="0"/>
                        </a:rPr>
                        <a:t> Tool</a:t>
                      </a:r>
                      <a:endParaRPr lang="en-US" sz="18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MySQL </a:t>
                      </a:r>
                      <a:r>
                        <a:rPr lang="en-US" sz="1600" baseline="0" dirty="0">
                          <a:solidFill>
                            <a:schemeClr val="tx1"/>
                          </a:solidFill>
                          <a:latin typeface="Times New Roman" panose="02020603050405020304" pitchFamily="18" charset="0"/>
                          <a:cs typeface="Times New Roman" panose="02020603050405020304" pitchFamily="18" charset="0"/>
                        </a:rPr>
                        <a:t>5.6.17</a:t>
                      </a:r>
                      <a:endParaRPr lang="en-US" sz="16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graphicFrame>
        <p:nvGraphicFramePr>
          <p:cNvPr id="6" name="Table 5">
            <a:extLst>
              <a:ext uri="{FF2B5EF4-FFF2-40B4-BE49-F238E27FC236}">
                <a16:creationId xmlns:a16="http://schemas.microsoft.com/office/drawing/2014/main" id="{1989E0AB-6852-5D06-9BC2-113B24D9F70B}"/>
              </a:ext>
            </a:extLst>
          </p:cNvPr>
          <p:cNvGraphicFramePr>
            <a:graphicFrameLocks noGrp="1"/>
          </p:cNvGraphicFramePr>
          <p:nvPr>
            <p:extLst>
              <p:ext uri="{D42A27DB-BD31-4B8C-83A1-F6EECF244321}">
                <p14:modId xmlns:p14="http://schemas.microsoft.com/office/powerpoint/2010/main" val="3751762718"/>
              </p:ext>
            </p:extLst>
          </p:nvPr>
        </p:nvGraphicFramePr>
        <p:xfrm>
          <a:off x="1750141" y="4536967"/>
          <a:ext cx="7924800" cy="1112520"/>
        </p:xfrm>
        <a:graphic>
          <a:graphicData uri="http://schemas.openxmlformats.org/drawingml/2006/table">
            <a:tbl>
              <a:tblPr firstRow="1" bandRow="1">
                <a:tableStyleId>{5940675A-B579-460E-94D1-54222C63F5DA}</a:tableStyleId>
              </a:tblPr>
              <a:tblGrid>
                <a:gridCol w="3915784">
                  <a:extLst>
                    <a:ext uri="{9D8B030D-6E8A-4147-A177-3AD203B41FA5}">
                      <a16:colId xmlns:a16="http://schemas.microsoft.com/office/drawing/2014/main" val="20000"/>
                    </a:ext>
                  </a:extLst>
                </a:gridCol>
                <a:gridCol w="4009016">
                  <a:extLst>
                    <a:ext uri="{9D8B030D-6E8A-4147-A177-3AD203B41FA5}">
                      <a16:colId xmlns:a16="http://schemas.microsoft.com/office/drawing/2014/main" val="20001"/>
                    </a:ext>
                  </a:extLst>
                </a:gridCol>
              </a:tblGrid>
              <a:tr h="370840">
                <a:tc gridSpan="2">
                  <a:txBody>
                    <a:bodyPr/>
                    <a:lstStyle/>
                    <a:p>
                      <a:r>
                        <a:rPr lang="en-US" sz="1800" b="1" dirty="0">
                          <a:latin typeface="Times New Roman" panose="02020603050405020304" pitchFamily="18" charset="0"/>
                          <a:cs typeface="Times New Roman" panose="02020603050405020304" pitchFamily="18" charset="0"/>
                        </a:rPr>
                        <a:t>Client</a:t>
                      </a:r>
                      <a:r>
                        <a:rPr lang="en-US" sz="1800" b="1" baseline="0" dirty="0">
                          <a:latin typeface="Times New Roman" panose="02020603050405020304" pitchFamily="18" charset="0"/>
                          <a:cs typeface="Times New Roman" panose="02020603050405020304" pitchFamily="18" charset="0"/>
                        </a:rPr>
                        <a:t> Side Requirement</a:t>
                      </a:r>
                      <a:endParaRPr lang="en-US" sz="1800" b="1" dirty="0">
                        <a:latin typeface="Times New Roman" panose="02020603050405020304" pitchFamily="18" charset="0"/>
                        <a:cs typeface="Times New Roman" panose="02020603050405020304" pitchFamily="18" charset="0"/>
                      </a:endParaRPr>
                    </a:p>
                  </a:txBody>
                  <a:tcPr/>
                </a:tc>
                <a:tc hMerge="1">
                  <a:txBody>
                    <a:bodyPr/>
                    <a:lstStyle/>
                    <a:p>
                      <a:endParaRPr lang="en-US"/>
                    </a:p>
                  </a:txBody>
                  <a:tcPr/>
                </a:tc>
                <a:extLst>
                  <a:ext uri="{0D108BD9-81ED-4DB2-BD59-A6C34878D82A}">
                    <a16:rowId xmlns:a16="http://schemas.microsoft.com/office/drawing/2014/main" val="10000"/>
                  </a:ext>
                </a:extLst>
              </a:tr>
              <a:tr h="370840">
                <a:tc>
                  <a:txBody>
                    <a:bodyPr/>
                    <a:lstStyle/>
                    <a:p>
                      <a:r>
                        <a:rPr lang="en-US" sz="1800" b="1" dirty="0">
                          <a:latin typeface="Times New Roman" panose="02020603050405020304" pitchFamily="18" charset="0"/>
                          <a:cs typeface="Times New Roman" panose="02020603050405020304" pitchFamily="18" charset="0"/>
                        </a:rPr>
                        <a:t>Operating System</a:t>
                      </a:r>
                    </a:p>
                  </a:txBody>
                  <a:tcPr/>
                </a:tc>
                <a:tc>
                  <a:txBody>
                    <a:bodyPr/>
                    <a:lstStyle/>
                    <a:p>
                      <a:r>
                        <a:rPr lang="en-US" sz="1600" dirty="0">
                          <a:latin typeface="Times New Roman" panose="02020603050405020304" pitchFamily="18" charset="0"/>
                          <a:cs typeface="Times New Roman" panose="02020603050405020304" pitchFamily="18" charset="0"/>
                        </a:rPr>
                        <a:t>Window  XP</a:t>
                      </a:r>
                      <a:r>
                        <a:rPr lang="en-US" sz="1600" baseline="0" dirty="0">
                          <a:latin typeface="Times New Roman" panose="02020603050405020304" pitchFamily="18" charset="0"/>
                          <a:cs typeface="Times New Roman" panose="02020603050405020304" pitchFamily="18" charset="0"/>
                        </a:rPr>
                        <a:t>  or  Any  Compatible  OS</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US" sz="1800" b="1" dirty="0">
                          <a:latin typeface="Times New Roman" panose="02020603050405020304" pitchFamily="18" charset="0"/>
                          <a:cs typeface="Times New Roman" panose="02020603050405020304" pitchFamily="18" charset="0"/>
                        </a:rPr>
                        <a:t>Web Browser</a:t>
                      </a:r>
                    </a:p>
                  </a:txBody>
                  <a:tcPr/>
                </a:tc>
                <a:tc>
                  <a:txBody>
                    <a:bodyPr/>
                    <a:lstStyle/>
                    <a:p>
                      <a:r>
                        <a:rPr lang="en-US" sz="1600" dirty="0">
                          <a:latin typeface="Times New Roman" panose="02020603050405020304" pitchFamily="18" charset="0"/>
                          <a:cs typeface="Times New Roman" panose="02020603050405020304" pitchFamily="18" charset="0"/>
                        </a:rPr>
                        <a:t>Google Chrome </a:t>
                      </a:r>
                      <a:r>
                        <a:rPr lang="en-US" sz="1600" baseline="0" dirty="0">
                          <a:latin typeface="Times New Roman" panose="02020603050405020304" pitchFamily="18" charset="0"/>
                          <a:cs typeface="Times New Roman" panose="02020603050405020304" pitchFamily="18" charset="0"/>
                        </a:rPr>
                        <a:t>or Any  Compatible   Browser</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7" name="TextBox 6">
            <a:extLst>
              <a:ext uri="{FF2B5EF4-FFF2-40B4-BE49-F238E27FC236}">
                <a16:creationId xmlns:a16="http://schemas.microsoft.com/office/drawing/2014/main" id="{398C2C90-3269-0353-F001-A96AAB9ED75D}"/>
              </a:ext>
            </a:extLst>
          </p:cNvPr>
          <p:cNvSpPr txBox="1"/>
          <p:nvPr/>
        </p:nvSpPr>
        <p:spPr>
          <a:xfrm>
            <a:off x="3864077" y="267934"/>
            <a:ext cx="6096000" cy="369332"/>
          </a:xfrm>
          <a:prstGeom prst="rect">
            <a:avLst/>
          </a:prstGeom>
          <a:noFill/>
        </p:spPr>
        <p:txBody>
          <a:bodyPr wrap="square">
            <a:spAutoFit/>
          </a:bodyPr>
          <a:lstStyle/>
          <a:p>
            <a:r>
              <a:rPr lang="en-US" sz="1800" b="1" u="sng" dirty="0">
                <a:latin typeface="Times New Roman" panose="02020603050405020304" pitchFamily="18" charset="0"/>
                <a:cs typeface="Times New Roman" panose="02020603050405020304" pitchFamily="18" charset="0"/>
              </a:rPr>
              <a:t> 5. SYSTEM REQUIREMENT</a:t>
            </a:r>
            <a:endParaRPr lang="en-US" dirty="0"/>
          </a:p>
        </p:txBody>
      </p:sp>
    </p:spTree>
    <p:extLst>
      <p:ext uri="{BB962C8B-B14F-4D97-AF65-F5344CB8AC3E}">
        <p14:creationId xmlns:p14="http://schemas.microsoft.com/office/powerpoint/2010/main" val="3710815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97730-9BF5-E665-3883-8D8CB08F0239}"/>
              </a:ext>
            </a:extLst>
          </p:cNvPr>
          <p:cNvSpPr txBox="1">
            <a:spLocks/>
          </p:cNvSpPr>
          <p:nvPr/>
        </p:nvSpPr>
        <p:spPr>
          <a:xfrm>
            <a:off x="4082845" y="436339"/>
            <a:ext cx="3753465" cy="53339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u="sng" dirty="0">
                <a:latin typeface="Times New Roman" panose="02020603050405020304" pitchFamily="18" charset="0"/>
                <a:cs typeface="Times New Roman" panose="02020603050405020304" pitchFamily="18" charset="0"/>
              </a:rPr>
              <a:t>  5. SYSTEM REQUIREMENT</a:t>
            </a:r>
          </a:p>
        </p:txBody>
      </p:sp>
      <p:graphicFrame>
        <p:nvGraphicFramePr>
          <p:cNvPr id="3" name="Table 2">
            <a:extLst>
              <a:ext uri="{FF2B5EF4-FFF2-40B4-BE49-F238E27FC236}">
                <a16:creationId xmlns:a16="http://schemas.microsoft.com/office/drawing/2014/main" id="{B5E3AF82-B372-75A3-5CCA-80E9231776D5}"/>
              </a:ext>
            </a:extLst>
          </p:cNvPr>
          <p:cNvGraphicFramePr>
            <a:graphicFrameLocks noGrp="1"/>
          </p:cNvGraphicFramePr>
          <p:nvPr>
            <p:extLst>
              <p:ext uri="{D42A27DB-BD31-4B8C-83A1-F6EECF244321}">
                <p14:modId xmlns:p14="http://schemas.microsoft.com/office/powerpoint/2010/main" val="493676989"/>
              </p:ext>
            </p:extLst>
          </p:nvPr>
        </p:nvGraphicFramePr>
        <p:xfrm>
          <a:off x="2057400" y="1804219"/>
          <a:ext cx="7924800" cy="1752600"/>
        </p:xfrm>
        <a:graphic>
          <a:graphicData uri="http://schemas.openxmlformats.org/drawingml/2006/table">
            <a:tbl>
              <a:tblPr firstRow="1" bandRow="1">
                <a:tableStyleId>{5940675A-B579-460E-94D1-54222C63F5DA}</a:tableStyleId>
              </a:tblPr>
              <a:tblGrid>
                <a:gridCol w="3915318">
                  <a:extLst>
                    <a:ext uri="{9D8B030D-6E8A-4147-A177-3AD203B41FA5}">
                      <a16:colId xmlns:a16="http://schemas.microsoft.com/office/drawing/2014/main" val="20000"/>
                    </a:ext>
                  </a:extLst>
                </a:gridCol>
                <a:gridCol w="4009482">
                  <a:extLst>
                    <a:ext uri="{9D8B030D-6E8A-4147-A177-3AD203B41FA5}">
                      <a16:colId xmlns:a16="http://schemas.microsoft.com/office/drawing/2014/main" val="20001"/>
                    </a:ext>
                  </a:extLst>
                </a:gridCol>
              </a:tblGrid>
              <a:tr h="438150">
                <a:tc gridSpan="2">
                  <a:txBody>
                    <a:bodyPr/>
                    <a:lstStyle/>
                    <a:p>
                      <a:pPr algn="l"/>
                      <a:r>
                        <a:rPr lang="en-US" sz="1800" b="1" dirty="0">
                          <a:latin typeface="Times New Roman" panose="02020603050405020304" pitchFamily="18" charset="0"/>
                          <a:cs typeface="Times New Roman" panose="02020603050405020304" pitchFamily="18" charset="0"/>
                        </a:rPr>
                        <a:t>Server Side</a:t>
                      </a:r>
                      <a:r>
                        <a:rPr lang="en-US" sz="1800" b="1" baseline="0" dirty="0">
                          <a:latin typeface="Times New Roman" panose="02020603050405020304" pitchFamily="18" charset="0"/>
                          <a:cs typeface="Times New Roman" panose="02020603050405020304" pitchFamily="18" charset="0"/>
                        </a:rPr>
                        <a:t> Requirement</a:t>
                      </a:r>
                      <a:endParaRPr lang="en-US" sz="1800" b="1" dirty="0">
                        <a:latin typeface="Times New Roman" panose="02020603050405020304" pitchFamily="18" charset="0"/>
                        <a:cs typeface="Times New Roman" panose="02020603050405020304" pitchFamily="18" charset="0"/>
                      </a:endParaRPr>
                    </a:p>
                  </a:txBody>
                  <a:tcPr/>
                </a:tc>
                <a:tc hMerge="1">
                  <a:txBody>
                    <a:bodyPr/>
                    <a:lstStyle/>
                    <a:p>
                      <a:endParaRPr lang="en-US"/>
                    </a:p>
                  </a:txBody>
                  <a:tcPr/>
                </a:tc>
                <a:extLst>
                  <a:ext uri="{0D108BD9-81ED-4DB2-BD59-A6C34878D82A}">
                    <a16:rowId xmlns:a16="http://schemas.microsoft.com/office/drawing/2014/main" val="10000"/>
                  </a:ext>
                </a:extLst>
              </a:tr>
              <a:tr h="438150">
                <a:tc>
                  <a:txBody>
                    <a:bodyPr/>
                    <a:lstStyle/>
                    <a:p>
                      <a:pPr algn="l"/>
                      <a:r>
                        <a:rPr lang="en-US" sz="1800" b="1" dirty="0">
                          <a:latin typeface="Times New Roman" panose="02020603050405020304" pitchFamily="18" charset="0"/>
                          <a:cs typeface="Times New Roman" panose="02020603050405020304" pitchFamily="18" charset="0"/>
                        </a:rPr>
                        <a:t>Processor</a:t>
                      </a:r>
                    </a:p>
                  </a:txBody>
                  <a:tcPr/>
                </a:tc>
                <a:tc>
                  <a:txBody>
                    <a:bodyPr/>
                    <a:lstStyle/>
                    <a:p>
                      <a:pPr algn="l"/>
                      <a:r>
                        <a:rPr lang="en-US" sz="1600" dirty="0">
                          <a:latin typeface="Times New Roman" panose="02020603050405020304" pitchFamily="18" charset="0"/>
                          <a:cs typeface="Times New Roman" panose="02020603050405020304" pitchFamily="18" charset="0"/>
                        </a:rPr>
                        <a:t>2.8</a:t>
                      </a:r>
                      <a:r>
                        <a:rPr lang="en-US" sz="1600" baseline="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GHz</a:t>
                      </a:r>
                    </a:p>
                  </a:txBody>
                  <a:tcPr/>
                </a:tc>
                <a:extLst>
                  <a:ext uri="{0D108BD9-81ED-4DB2-BD59-A6C34878D82A}">
                    <a16:rowId xmlns:a16="http://schemas.microsoft.com/office/drawing/2014/main" val="10001"/>
                  </a:ext>
                </a:extLst>
              </a:tr>
              <a:tr h="438150">
                <a:tc>
                  <a:txBody>
                    <a:bodyPr/>
                    <a:lstStyle/>
                    <a:p>
                      <a:pPr algn="l"/>
                      <a:r>
                        <a:rPr lang="en-US" sz="1800" b="1" dirty="0">
                          <a:latin typeface="Times New Roman" panose="02020603050405020304" pitchFamily="18" charset="0"/>
                          <a:cs typeface="Times New Roman" panose="02020603050405020304" pitchFamily="18" charset="0"/>
                        </a:rPr>
                        <a:t>RAM</a:t>
                      </a:r>
                    </a:p>
                  </a:txBody>
                  <a:tcPr/>
                </a:tc>
                <a:tc>
                  <a:txBody>
                    <a:bodyPr/>
                    <a:lstStyle/>
                    <a:p>
                      <a:pPr algn="l"/>
                      <a:r>
                        <a:rPr lang="en-US" sz="1600" b="0" baseline="0" dirty="0">
                          <a:latin typeface="Times New Roman" panose="02020603050405020304" pitchFamily="18" charset="0"/>
                          <a:cs typeface="Times New Roman" panose="02020603050405020304" pitchFamily="18" charset="0"/>
                        </a:rPr>
                        <a:t>2 </a:t>
                      </a:r>
                      <a:r>
                        <a:rPr lang="en-US" sz="1600" b="0" dirty="0">
                          <a:latin typeface="Times New Roman" panose="02020603050405020304" pitchFamily="18" charset="0"/>
                          <a:cs typeface="Times New Roman" panose="02020603050405020304" pitchFamily="18" charset="0"/>
                        </a:rPr>
                        <a:t>GB</a:t>
                      </a:r>
                    </a:p>
                  </a:txBody>
                  <a:tcPr/>
                </a:tc>
                <a:extLst>
                  <a:ext uri="{0D108BD9-81ED-4DB2-BD59-A6C34878D82A}">
                    <a16:rowId xmlns:a16="http://schemas.microsoft.com/office/drawing/2014/main" val="10002"/>
                  </a:ext>
                </a:extLst>
              </a:tr>
              <a:tr h="438150">
                <a:tc>
                  <a:txBody>
                    <a:bodyPr/>
                    <a:lstStyle/>
                    <a:p>
                      <a:pPr algn="l"/>
                      <a:r>
                        <a:rPr lang="en-US" sz="1800" b="1" dirty="0">
                          <a:latin typeface="Times New Roman" panose="02020603050405020304" pitchFamily="18" charset="0"/>
                          <a:cs typeface="Times New Roman" panose="02020603050405020304" pitchFamily="18" charset="0"/>
                        </a:rPr>
                        <a:t>Hard  disk</a:t>
                      </a:r>
                    </a:p>
                  </a:txBody>
                  <a:tcPr/>
                </a:tc>
                <a:tc>
                  <a:txBody>
                    <a:bodyPr/>
                    <a:lstStyle/>
                    <a:p>
                      <a:pPr algn="l"/>
                      <a:r>
                        <a:rPr lang="en-US" sz="1600" dirty="0">
                          <a:latin typeface="Times New Roman" panose="02020603050405020304" pitchFamily="18" charset="0"/>
                          <a:cs typeface="Times New Roman" panose="02020603050405020304" pitchFamily="18" charset="0"/>
                        </a:rPr>
                        <a:t>4</a:t>
                      </a:r>
                      <a:r>
                        <a:rPr lang="en-US" sz="1600" baseline="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GB(Free Space)</a:t>
                      </a:r>
                    </a:p>
                  </a:txBody>
                  <a:tcPr/>
                </a:tc>
                <a:extLst>
                  <a:ext uri="{0D108BD9-81ED-4DB2-BD59-A6C34878D82A}">
                    <a16:rowId xmlns:a16="http://schemas.microsoft.com/office/drawing/2014/main" val="10003"/>
                  </a:ext>
                </a:extLst>
              </a:tr>
            </a:tbl>
          </a:graphicData>
        </a:graphic>
      </p:graphicFrame>
      <p:graphicFrame>
        <p:nvGraphicFramePr>
          <p:cNvPr id="4" name="Table 3">
            <a:extLst>
              <a:ext uri="{FF2B5EF4-FFF2-40B4-BE49-F238E27FC236}">
                <a16:creationId xmlns:a16="http://schemas.microsoft.com/office/drawing/2014/main" id="{76B107DE-C238-C02D-43C0-B11B93852946}"/>
              </a:ext>
            </a:extLst>
          </p:cNvPr>
          <p:cNvGraphicFramePr>
            <a:graphicFrameLocks noGrp="1"/>
          </p:cNvGraphicFramePr>
          <p:nvPr>
            <p:extLst>
              <p:ext uri="{D42A27DB-BD31-4B8C-83A1-F6EECF244321}">
                <p14:modId xmlns:p14="http://schemas.microsoft.com/office/powerpoint/2010/main" val="2789196122"/>
              </p:ext>
            </p:extLst>
          </p:nvPr>
        </p:nvGraphicFramePr>
        <p:xfrm>
          <a:off x="2057400" y="4166419"/>
          <a:ext cx="7924800" cy="1828800"/>
        </p:xfrm>
        <a:graphic>
          <a:graphicData uri="http://schemas.openxmlformats.org/drawingml/2006/table">
            <a:tbl>
              <a:tblPr firstRow="1" bandRow="1">
                <a:tableStyleId>{5940675A-B579-460E-94D1-54222C63F5DA}</a:tableStyleId>
              </a:tblPr>
              <a:tblGrid>
                <a:gridCol w="3962400">
                  <a:extLst>
                    <a:ext uri="{9D8B030D-6E8A-4147-A177-3AD203B41FA5}">
                      <a16:colId xmlns:a16="http://schemas.microsoft.com/office/drawing/2014/main" val="20000"/>
                    </a:ext>
                  </a:extLst>
                </a:gridCol>
                <a:gridCol w="3962400">
                  <a:extLst>
                    <a:ext uri="{9D8B030D-6E8A-4147-A177-3AD203B41FA5}">
                      <a16:colId xmlns:a16="http://schemas.microsoft.com/office/drawing/2014/main" val="20001"/>
                    </a:ext>
                  </a:extLst>
                </a:gridCol>
              </a:tblGrid>
              <a:tr h="457200">
                <a:tc gridSpan="2">
                  <a:txBody>
                    <a:bodyPr/>
                    <a:lstStyle/>
                    <a:p>
                      <a:r>
                        <a:rPr lang="en-US" sz="1800" b="1" dirty="0">
                          <a:latin typeface="Times New Roman" panose="02020603050405020304" pitchFamily="18" charset="0"/>
                          <a:cs typeface="Times New Roman" panose="02020603050405020304" pitchFamily="18" charset="0"/>
                        </a:rPr>
                        <a:t>Client Side</a:t>
                      </a:r>
                      <a:r>
                        <a:rPr lang="en-US" sz="1800" b="1" baseline="0" dirty="0">
                          <a:latin typeface="Times New Roman" panose="02020603050405020304" pitchFamily="18" charset="0"/>
                          <a:cs typeface="Times New Roman" panose="02020603050405020304" pitchFamily="18" charset="0"/>
                        </a:rPr>
                        <a:t> Requirement</a:t>
                      </a:r>
                      <a:endParaRPr lang="en-US" sz="1800" b="1" dirty="0">
                        <a:latin typeface="Times New Roman" panose="02020603050405020304" pitchFamily="18" charset="0"/>
                        <a:cs typeface="Times New Roman" panose="02020603050405020304" pitchFamily="18" charset="0"/>
                      </a:endParaRPr>
                    </a:p>
                  </a:txBody>
                  <a:tcPr/>
                </a:tc>
                <a:tc hMerge="1">
                  <a:txBody>
                    <a:bodyPr/>
                    <a:lstStyle/>
                    <a:p>
                      <a:endParaRPr lang="en-US"/>
                    </a:p>
                  </a:txBody>
                  <a:tcPr/>
                </a:tc>
                <a:extLst>
                  <a:ext uri="{0D108BD9-81ED-4DB2-BD59-A6C34878D82A}">
                    <a16:rowId xmlns:a16="http://schemas.microsoft.com/office/drawing/2014/main" val="10000"/>
                  </a:ext>
                </a:extLst>
              </a:tr>
              <a:tr h="457200">
                <a:tc>
                  <a:txBody>
                    <a:bodyPr/>
                    <a:lstStyle/>
                    <a:p>
                      <a:r>
                        <a:rPr lang="en-US" sz="1800" b="1" dirty="0">
                          <a:latin typeface="Times New Roman" panose="02020603050405020304" pitchFamily="18" charset="0"/>
                          <a:cs typeface="Times New Roman" panose="02020603050405020304" pitchFamily="18" charset="0"/>
                        </a:rPr>
                        <a:t>Processor</a:t>
                      </a:r>
                    </a:p>
                  </a:txBody>
                  <a:tcPr/>
                </a:tc>
                <a:tc>
                  <a:txBody>
                    <a:bodyPr/>
                    <a:lstStyle/>
                    <a:p>
                      <a:r>
                        <a:rPr lang="en-US" sz="1600" dirty="0">
                          <a:latin typeface="Times New Roman" panose="02020603050405020304" pitchFamily="18" charset="0"/>
                          <a:cs typeface="Times New Roman" panose="02020603050405020304" pitchFamily="18" charset="0"/>
                        </a:rPr>
                        <a:t>1.33</a:t>
                      </a:r>
                      <a:r>
                        <a:rPr lang="en-US" sz="1600" baseline="0" dirty="0">
                          <a:latin typeface="Times New Roman" panose="02020603050405020304" pitchFamily="18" charset="0"/>
                          <a:cs typeface="Times New Roman" panose="02020603050405020304" pitchFamily="18" charset="0"/>
                        </a:rPr>
                        <a:t> GHz</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457200">
                <a:tc>
                  <a:txBody>
                    <a:bodyPr/>
                    <a:lstStyle/>
                    <a:p>
                      <a:r>
                        <a:rPr lang="en-US" sz="1800" b="1" dirty="0">
                          <a:latin typeface="Times New Roman" panose="02020603050405020304" pitchFamily="18" charset="0"/>
                          <a:cs typeface="Times New Roman" panose="02020603050405020304" pitchFamily="18" charset="0"/>
                        </a:rPr>
                        <a:t>RAM</a:t>
                      </a:r>
                    </a:p>
                  </a:txBody>
                  <a:tcPr/>
                </a:tc>
                <a:tc>
                  <a:txBody>
                    <a:bodyPr/>
                    <a:lstStyle/>
                    <a:p>
                      <a:r>
                        <a:rPr lang="en-US" sz="1600" baseline="0" dirty="0">
                          <a:latin typeface="Times New Roman" panose="02020603050405020304" pitchFamily="18" charset="0"/>
                          <a:cs typeface="Times New Roman" panose="02020603050405020304" pitchFamily="18" charset="0"/>
                        </a:rPr>
                        <a:t>2 GB</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457200">
                <a:tc>
                  <a:txBody>
                    <a:bodyPr/>
                    <a:lstStyle/>
                    <a:p>
                      <a:r>
                        <a:rPr lang="en-US" sz="1800" b="1" dirty="0">
                          <a:latin typeface="Times New Roman" panose="02020603050405020304" pitchFamily="18" charset="0"/>
                          <a:cs typeface="Times New Roman" panose="02020603050405020304" pitchFamily="18" charset="0"/>
                        </a:rPr>
                        <a:t>Hard  disk</a:t>
                      </a:r>
                    </a:p>
                  </a:txBody>
                  <a:tcPr/>
                </a:tc>
                <a:tc>
                  <a:txBody>
                    <a:bodyPr/>
                    <a:lstStyle/>
                    <a:p>
                      <a:r>
                        <a:rPr lang="en-US" sz="1600" dirty="0">
                          <a:latin typeface="Times New Roman" panose="02020603050405020304" pitchFamily="18" charset="0"/>
                          <a:cs typeface="Times New Roman" panose="02020603050405020304" pitchFamily="18" charset="0"/>
                        </a:rPr>
                        <a:t>4 GB(Free Space)</a:t>
                      </a:r>
                    </a:p>
                  </a:txBody>
                  <a:tcPr/>
                </a:tc>
                <a:extLst>
                  <a:ext uri="{0D108BD9-81ED-4DB2-BD59-A6C34878D82A}">
                    <a16:rowId xmlns:a16="http://schemas.microsoft.com/office/drawing/2014/main" val="10003"/>
                  </a:ext>
                </a:extLst>
              </a:tr>
            </a:tbl>
          </a:graphicData>
        </a:graphic>
      </p:graphicFrame>
      <p:sp>
        <p:nvSpPr>
          <p:cNvPr id="5" name="Rectangle 1">
            <a:extLst>
              <a:ext uri="{FF2B5EF4-FFF2-40B4-BE49-F238E27FC236}">
                <a16:creationId xmlns:a16="http://schemas.microsoft.com/office/drawing/2014/main" id="{8AE030AF-E2A2-CC26-BB13-255339119165}"/>
              </a:ext>
            </a:extLst>
          </p:cNvPr>
          <p:cNvSpPr>
            <a:spLocks noChangeArrowheads="1"/>
          </p:cNvSpPr>
          <p:nvPr/>
        </p:nvSpPr>
        <p:spPr bwMode="auto">
          <a:xfrm>
            <a:off x="1752600" y="969738"/>
            <a:ext cx="8534400" cy="369332"/>
          </a:xfrm>
          <a:prstGeom prst="rect">
            <a:avLst/>
          </a:prstGeom>
          <a:noFill/>
          <a:ln w="9525">
            <a:noFill/>
            <a:miter lim="800000"/>
          </a:ln>
          <a:effectLst/>
        </p:spPr>
        <p:txBody>
          <a:bodyPr vert="horz" wrap="square" lIns="91440" tIns="45720" rIns="91440" bIns="45720" numCol="1" anchor="ctr" anchorCtr="0" compatLnSpc="1">
            <a:spAutoFit/>
          </a:bodyPr>
          <a:lstStyle/>
          <a:p>
            <a:pPr algn="ctr" fontAlgn="base">
              <a:spcBef>
                <a:spcPct val="0"/>
              </a:spcBef>
              <a:spcAft>
                <a:spcPct val="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5.2 MINIMUM HARDWARE REQUIRMENT</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870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F8910F-5369-CF24-6C73-A70538139160}"/>
              </a:ext>
            </a:extLst>
          </p:cNvPr>
          <p:cNvSpPr txBox="1"/>
          <p:nvPr/>
        </p:nvSpPr>
        <p:spPr>
          <a:xfrm>
            <a:off x="3048000" y="3246792"/>
            <a:ext cx="6096000" cy="369332"/>
          </a:xfrm>
          <a:prstGeom prst="rect">
            <a:avLst/>
          </a:prstGeom>
          <a:noFill/>
        </p:spPr>
        <p:txBody>
          <a:bodyPr wrap="square">
            <a:spAutoFit/>
          </a:bodyPr>
          <a:lstStyle/>
          <a:p>
            <a:pPr algn="ctr"/>
            <a:r>
              <a:rPr lang="en-US" sz="1800" b="1" u="sng" dirty="0">
                <a:latin typeface="Times New Roman" panose="02020603050405020304" pitchFamily="18" charset="0"/>
              </a:rPr>
              <a:t>6. SYSTEM FLOWCHART</a:t>
            </a:r>
          </a:p>
        </p:txBody>
      </p:sp>
    </p:spTree>
    <p:extLst>
      <p:ext uri="{BB962C8B-B14F-4D97-AF65-F5344CB8AC3E}">
        <p14:creationId xmlns:p14="http://schemas.microsoft.com/office/powerpoint/2010/main" val="648381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Process 1">
            <a:extLst>
              <a:ext uri="{FF2B5EF4-FFF2-40B4-BE49-F238E27FC236}">
                <a16:creationId xmlns:a16="http://schemas.microsoft.com/office/drawing/2014/main" id="{014620B0-7950-4B27-B431-B42B3227AF39}"/>
              </a:ext>
            </a:extLst>
          </p:cNvPr>
          <p:cNvSpPr/>
          <p:nvPr/>
        </p:nvSpPr>
        <p:spPr>
          <a:xfrm>
            <a:off x="4242304" y="2251072"/>
            <a:ext cx="818984" cy="23058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solidFill>
                  <a:schemeClr val="tx1"/>
                </a:solidFill>
                <a:latin typeface="Times New Roman" panose="02020603050405020304" pitchFamily="18" charset="0"/>
                <a:cs typeface="Times New Roman" panose="02020603050405020304" pitchFamily="18" charset="0"/>
              </a:rPr>
              <a:t>Log in</a:t>
            </a:r>
          </a:p>
        </p:txBody>
      </p:sp>
      <p:sp>
        <p:nvSpPr>
          <p:cNvPr id="3" name="Flowchart: Decision 2">
            <a:extLst>
              <a:ext uri="{FF2B5EF4-FFF2-40B4-BE49-F238E27FC236}">
                <a16:creationId xmlns:a16="http://schemas.microsoft.com/office/drawing/2014/main" id="{B8BF4C3B-0303-25F5-E739-723E88F9A1FD}"/>
              </a:ext>
            </a:extLst>
          </p:cNvPr>
          <p:cNvSpPr/>
          <p:nvPr/>
        </p:nvSpPr>
        <p:spPr>
          <a:xfrm>
            <a:off x="3754438" y="1173473"/>
            <a:ext cx="1652085" cy="80455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Is Registration ?</a:t>
            </a:r>
          </a:p>
        </p:txBody>
      </p:sp>
      <p:sp>
        <p:nvSpPr>
          <p:cNvPr id="4" name="Flowchart: Terminator 3">
            <a:extLst>
              <a:ext uri="{FF2B5EF4-FFF2-40B4-BE49-F238E27FC236}">
                <a16:creationId xmlns:a16="http://schemas.microsoft.com/office/drawing/2014/main" id="{E79F8892-F930-F68B-F6F4-8A4BFDC6690E}"/>
              </a:ext>
            </a:extLst>
          </p:cNvPr>
          <p:cNvSpPr/>
          <p:nvPr/>
        </p:nvSpPr>
        <p:spPr>
          <a:xfrm>
            <a:off x="4142628" y="60879"/>
            <a:ext cx="858741" cy="280283"/>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Start</a:t>
            </a:r>
          </a:p>
        </p:txBody>
      </p:sp>
      <p:cxnSp>
        <p:nvCxnSpPr>
          <p:cNvPr id="5" name="Straight Connector 4">
            <a:extLst>
              <a:ext uri="{FF2B5EF4-FFF2-40B4-BE49-F238E27FC236}">
                <a16:creationId xmlns:a16="http://schemas.microsoft.com/office/drawing/2014/main" id="{45624DC6-314F-DC2D-ED7D-33D8CDCEEB35}"/>
              </a:ext>
            </a:extLst>
          </p:cNvPr>
          <p:cNvCxnSpPr>
            <a:cxnSpLocks/>
          </p:cNvCxnSpPr>
          <p:nvPr/>
        </p:nvCxnSpPr>
        <p:spPr>
          <a:xfrm flipV="1">
            <a:off x="4571996" y="336424"/>
            <a:ext cx="0" cy="2611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297255FA-6B16-0881-CDD4-12225EDBF77C}"/>
              </a:ext>
            </a:extLst>
          </p:cNvPr>
          <p:cNvCxnSpPr>
            <a:cxnSpLocks/>
          </p:cNvCxnSpPr>
          <p:nvPr/>
        </p:nvCxnSpPr>
        <p:spPr>
          <a:xfrm>
            <a:off x="4588723" y="1948787"/>
            <a:ext cx="0" cy="3022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DBA60F-3311-A594-393E-40671F4B4969}"/>
              </a:ext>
            </a:extLst>
          </p:cNvPr>
          <p:cNvCxnSpPr>
            <a:cxnSpLocks/>
          </p:cNvCxnSpPr>
          <p:nvPr/>
        </p:nvCxnSpPr>
        <p:spPr>
          <a:xfrm flipV="1">
            <a:off x="2679590" y="4039265"/>
            <a:ext cx="0" cy="23395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0F633B1-34C1-D4C5-6375-1F137E5D915D}"/>
              </a:ext>
            </a:extLst>
          </p:cNvPr>
          <p:cNvCxnSpPr>
            <a:cxnSpLocks/>
          </p:cNvCxnSpPr>
          <p:nvPr/>
        </p:nvCxnSpPr>
        <p:spPr>
          <a:xfrm flipV="1">
            <a:off x="2667135" y="3698638"/>
            <a:ext cx="0" cy="1100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724A081-5248-E9FF-AECD-8F9FB2EA9681}"/>
              </a:ext>
            </a:extLst>
          </p:cNvPr>
          <p:cNvCxnSpPr>
            <a:cxnSpLocks/>
          </p:cNvCxnSpPr>
          <p:nvPr/>
        </p:nvCxnSpPr>
        <p:spPr>
          <a:xfrm>
            <a:off x="2679590" y="3698638"/>
            <a:ext cx="1216610" cy="218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FC453AE-EC04-8D7E-FB34-19AC72A8599A}"/>
              </a:ext>
            </a:extLst>
          </p:cNvPr>
          <p:cNvCxnSpPr>
            <a:cxnSpLocks/>
          </p:cNvCxnSpPr>
          <p:nvPr/>
        </p:nvCxnSpPr>
        <p:spPr>
          <a:xfrm flipV="1">
            <a:off x="4612280" y="2477996"/>
            <a:ext cx="0" cy="255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565E37F-EE75-EECA-D911-B12E8F717E25}"/>
              </a:ext>
            </a:extLst>
          </p:cNvPr>
          <p:cNvCxnSpPr>
            <a:cxnSpLocks/>
          </p:cNvCxnSpPr>
          <p:nvPr/>
        </p:nvCxnSpPr>
        <p:spPr>
          <a:xfrm flipH="1" flipV="1">
            <a:off x="6612835" y="4039265"/>
            <a:ext cx="19876" cy="19719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9903F3F-AAB2-44BB-1433-BA57876E9775}"/>
              </a:ext>
            </a:extLst>
          </p:cNvPr>
          <p:cNvCxnSpPr>
            <a:cxnSpLocks/>
          </p:cNvCxnSpPr>
          <p:nvPr/>
        </p:nvCxnSpPr>
        <p:spPr>
          <a:xfrm>
            <a:off x="2679590" y="4257923"/>
            <a:ext cx="4492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982A47C-D0B6-F4A4-5E1F-38C2B7985612}"/>
              </a:ext>
            </a:extLst>
          </p:cNvPr>
          <p:cNvCxnSpPr>
            <a:cxnSpLocks/>
          </p:cNvCxnSpPr>
          <p:nvPr/>
        </p:nvCxnSpPr>
        <p:spPr>
          <a:xfrm flipH="1">
            <a:off x="5070908" y="2366366"/>
            <a:ext cx="18028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E25BBBB-8508-2B0F-939F-7F37BAF0E841}"/>
              </a:ext>
            </a:extLst>
          </p:cNvPr>
          <p:cNvCxnSpPr>
            <a:cxnSpLocks/>
            <a:stCxn id="17" idx="0"/>
          </p:cNvCxnSpPr>
          <p:nvPr/>
        </p:nvCxnSpPr>
        <p:spPr>
          <a:xfrm flipV="1">
            <a:off x="6612835" y="3631150"/>
            <a:ext cx="0" cy="1775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9C46BC5-A2A3-BD7B-42DF-FAB7152111AE}"/>
              </a:ext>
            </a:extLst>
          </p:cNvPr>
          <p:cNvCxnSpPr>
            <a:cxnSpLocks/>
          </p:cNvCxnSpPr>
          <p:nvPr/>
        </p:nvCxnSpPr>
        <p:spPr>
          <a:xfrm flipV="1">
            <a:off x="6857335" y="1548047"/>
            <a:ext cx="0" cy="804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7E68B0C-2114-B508-F977-FBE0FDF28655}"/>
              </a:ext>
            </a:extLst>
          </p:cNvPr>
          <p:cNvCxnSpPr>
            <a:cxnSpLocks/>
          </p:cNvCxnSpPr>
          <p:nvPr/>
        </p:nvCxnSpPr>
        <p:spPr>
          <a:xfrm>
            <a:off x="5406523" y="1575749"/>
            <a:ext cx="7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Flowchart: Process 16">
            <a:extLst>
              <a:ext uri="{FF2B5EF4-FFF2-40B4-BE49-F238E27FC236}">
                <a16:creationId xmlns:a16="http://schemas.microsoft.com/office/drawing/2014/main" id="{55D6DE2A-C33E-8B26-9942-A5D297DD22B4}"/>
              </a:ext>
            </a:extLst>
          </p:cNvPr>
          <p:cNvSpPr/>
          <p:nvPr/>
        </p:nvSpPr>
        <p:spPr>
          <a:xfrm>
            <a:off x="6203343" y="3808677"/>
            <a:ext cx="818984" cy="23058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solidFill>
                  <a:schemeClr val="tx1"/>
                </a:solidFill>
                <a:latin typeface="Times New Roman" panose="02020603050405020304" pitchFamily="18" charset="0"/>
                <a:cs typeface="Times New Roman" panose="02020603050405020304" pitchFamily="18" charset="0"/>
              </a:rPr>
              <a:t>User</a:t>
            </a:r>
          </a:p>
        </p:txBody>
      </p:sp>
      <p:sp>
        <p:nvSpPr>
          <p:cNvPr id="18" name="Flowchart: Process 17">
            <a:extLst>
              <a:ext uri="{FF2B5EF4-FFF2-40B4-BE49-F238E27FC236}">
                <a16:creationId xmlns:a16="http://schemas.microsoft.com/office/drawing/2014/main" id="{0CE537A1-C4E9-ECD8-4601-759D48B0E749}"/>
              </a:ext>
            </a:extLst>
          </p:cNvPr>
          <p:cNvSpPr/>
          <p:nvPr/>
        </p:nvSpPr>
        <p:spPr>
          <a:xfrm>
            <a:off x="2270098" y="3808677"/>
            <a:ext cx="818984" cy="23058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Admin</a:t>
            </a:r>
          </a:p>
        </p:txBody>
      </p:sp>
      <p:sp>
        <p:nvSpPr>
          <p:cNvPr id="19" name="Flowchart: Process 18">
            <a:extLst>
              <a:ext uri="{FF2B5EF4-FFF2-40B4-BE49-F238E27FC236}">
                <a16:creationId xmlns:a16="http://schemas.microsoft.com/office/drawing/2014/main" id="{6340816F-1503-BC45-41BD-D533ACDF1A94}"/>
              </a:ext>
            </a:extLst>
          </p:cNvPr>
          <p:cNvSpPr/>
          <p:nvPr/>
        </p:nvSpPr>
        <p:spPr>
          <a:xfrm>
            <a:off x="6172034" y="1461941"/>
            <a:ext cx="901477" cy="256593"/>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Registration</a:t>
            </a:r>
          </a:p>
        </p:txBody>
      </p:sp>
      <p:sp>
        <p:nvSpPr>
          <p:cNvPr id="20" name="TextBox 19">
            <a:extLst>
              <a:ext uri="{FF2B5EF4-FFF2-40B4-BE49-F238E27FC236}">
                <a16:creationId xmlns:a16="http://schemas.microsoft.com/office/drawing/2014/main" id="{0E0694A7-F46B-FB8C-3AB9-2AECA40483DF}"/>
              </a:ext>
            </a:extLst>
          </p:cNvPr>
          <p:cNvSpPr txBox="1"/>
          <p:nvPr/>
        </p:nvSpPr>
        <p:spPr>
          <a:xfrm>
            <a:off x="6203343" y="355420"/>
            <a:ext cx="946206" cy="261610"/>
          </a:xfrm>
          <a:prstGeom prst="rect">
            <a:avLst/>
          </a:prstGeom>
          <a:noFill/>
        </p:spPr>
        <p:txBody>
          <a:bodyPr wrap="square" rtlCol="0">
            <a:spAutoFit/>
          </a:bodyPr>
          <a:lstStyle/>
          <a:p>
            <a:r>
              <a:rPr lang="en-IN" sz="1100" dirty="0">
                <a:latin typeface="Times New Roman" panose="02020603050405020304" pitchFamily="18" charset="0"/>
                <a:cs typeface="Times New Roman" panose="02020603050405020304" pitchFamily="18" charset="0"/>
              </a:rPr>
              <a:t>NO</a:t>
            </a:r>
          </a:p>
        </p:txBody>
      </p:sp>
      <p:cxnSp>
        <p:nvCxnSpPr>
          <p:cNvPr id="21" name="Straight Arrow Connector 20">
            <a:extLst>
              <a:ext uri="{FF2B5EF4-FFF2-40B4-BE49-F238E27FC236}">
                <a16:creationId xmlns:a16="http://schemas.microsoft.com/office/drawing/2014/main" id="{F935B52C-B363-5D47-04C8-53E2181EE15F}"/>
              </a:ext>
            </a:extLst>
          </p:cNvPr>
          <p:cNvCxnSpPr>
            <a:cxnSpLocks/>
          </p:cNvCxnSpPr>
          <p:nvPr/>
        </p:nvCxnSpPr>
        <p:spPr>
          <a:xfrm>
            <a:off x="2679590" y="4674689"/>
            <a:ext cx="4492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E09A6D7-4F55-A163-4C16-772F41DAD1B3}"/>
              </a:ext>
            </a:extLst>
          </p:cNvPr>
          <p:cNvCxnSpPr>
            <a:cxnSpLocks/>
          </p:cNvCxnSpPr>
          <p:nvPr/>
        </p:nvCxnSpPr>
        <p:spPr>
          <a:xfrm>
            <a:off x="2679590" y="5556648"/>
            <a:ext cx="4492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8CC9B63-6398-24F7-7C86-0C7B57157F12}"/>
              </a:ext>
            </a:extLst>
          </p:cNvPr>
          <p:cNvCxnSpPr>
            <a:cxnSpLocks/>
          </p:cNvCxnSpPr>
          <p:nvPr/>
        </p:nvCxnSpPr>
        <p:spPr>
          <a:xfrm>
            <a:off x="2679590" y="5115669"/>
            <a:ext cx="4492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Flowchart: Process 23">
            <a:extLst>
              <a:ext uri="{FF2B5EF4-FFF2-40B4-BE49-F238E27FC236}">
                <a16:creationId xmlns:a16="http://schemas.microsoft.com/office/drawing/2014/main" id="{960B921E-51F9-758E-F28C-37157C3462DC}"/>
              </a:ext>
            </a:extLst>
          </p:cNvPr>
          <p:cNvSpPr/>
          <p:nvPr/>
        </p:nvSpPr>
        <p:spPr>
          <a:xfrm>
            <a:off x="3160643" y="4101536"/>
            <a:ext cx="818984" cy="327321"/>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solidFill>
                  <a:schemeClr val="tx1"/>
                </a:solidFill>
                <a:latin typeface="Times New Roman" panose="02020603050405020304" pitchFamily="18" charset="0"/>
                <a:cs typeface="Times New Roman" panose="02020603050405020304" pitchFamily="18" charset="0"/>
              </a:rPr>
              <a:t>Manage packages</a:t>
            </a:r>
          </a:p>
        </p:txBody>
      </p:sp>
      <p:sp>
        <p:nvSpPr>
          <p:cNvPr id="25" name="Flowchart: Process 24">
            <a:extLst>
              <a:ext uri="{FF2B5EF4-FFF2-40B4-BE49-F238E27FC236}">
                <a16:creationId xmlns:a16="http://schemas.microsoft.com/office/drawing/2014/main" id="{555DC974-4B98-4C47-3962-5EC97521D91E}"/>
              </a:ext>
            </a:extLst>
          </p:cNvPr>
          <p:cNvSpPr/>
          <p:nvPr/>
        </p:nvSpPr>
        <p:spPr>
          <a:xfrm>
            <a:off x="3153355" y="4530240"/>
            <a:ext cx="818984" cy="327321"/>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solidFill>
                  <a:schemeClr val="tx1"/>
                </a:solidFill>
                <a:latin typeface="Times New Roman" panose="02020603050405020304" pitchFamily="18" charset="0"/>
                <a:cs typeface="Times New Roman" panose="02020603050405020304" pitchFamily="18" charset="0"/>
              </a:rPr>
              <a:t>Manage </a:t>
            </a:r>
          </a:p>
          <a:p>
            <a:pPr algn="ctr"/>
            <a:r>
              <a:rPr lang="en-IN" sz="1100">
                <a:solidFill>
                  <a:schemeClr val="tx1"/>
                </a:solidFill>
                <a:latin typeface="Times New Roman" panose="02020603050405020304" pitchFamily="18" charset="0"/>
                <a:cs typeface="Times New Roman" panose="02020603050405020304" pitchFamily="18" charset="0"/>
              </a:rPr>
              <a:t>Bookings</a:t>
            </a:r>
          </a:p>
        </p:txBody>
      </p:sp>
      <p:sp>
        <p:nvSpPr>
          <p:cNvPr id="26" name="Flowchart: Process 25">
            <a:extLst>
              <a:ext uri="{FF2B5EF4-FFF2-40B4-BE49-F238E27FC236}">
                <a16:creationId xmlns:a16="http://schemas.microsoft.com/office/drawing/2014/main" id="{72132245-0C85-19A3-CD08-51F1E564B275}"/>
              </a:ext>
            </a:extLst>
          </p:cNvPr>
          <p:cNvSpPr/>
          <p:nvPr/>
        </p:nvSpPr>
        <p:spPr>
          <a:xfrm>
            <a:off x="3138116" y="5372931"/>
            <a:ext cx="818984" cy="327321"/>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solidFill>
                  <a:schemeClr val="tx1"/>
                </a:solidFill>
                <a:latin typeface="Times New Roman" panose="02020603050405020304" pitchFamily="18" charset="0"/>
                <a:cs typeface="Times New Roman" panose="02020603050405020304" pitchFamily="18" charset="0"/>
              </a:rPr>
              <a:t>Generate </a:t>
            </a:r>
          </a:p>
          <a:p>
            <a:pPr algn="ctr"/>
            <a:r>
              <a:rPr lang="en-IN" sz="1100">
                <a:solidFill>
                  <a:schemeClr val="tx1"/>
                </a:solidFill>
                <a:latin typeface="Times New Roman" panose="02020603050405020304" pitchFamily="18" charset="0"/>
                <a:cs typeface="Times New Roman" panose="02020603050405020304" pitchFamily="18" charset="0"/>
              </a:rPr>
              <a:t>Report</a:t>
            </a:r>
          </a:p>
        </p:txBody>
      </p:sp>
      <p:sp>
        <p:nvSpPr>
          <p:cNvPr id="27" name="Flowchart: Process 26">
            <a:extLst>
              <a:ext uri="{FF2B5EF4-FFF2-40B4-BE49-F238E27FC236}">
                <a16:creationId xmlns:a16="http://schemas.microsoft.com/office/drawing/2014/main" id="{5ADAF4A2-B630-6976-8492-F5FB6C3854F8}"/>
              </a:ext>
            </a:extLst>
          </p:cNvPr>
          <p:cNvSpPr/>
          <p:nvPr/>
        </p:nvSpPr>
        <p:spPr>
          <a:xfrm>
            <a:off x="3148714" y="5800973"/>
            <a:ext cx="818984" cy="327321"/>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solidFill>
                  <a:schemeClr val="tx1"/>
                </a:solidFill>
                <a:latin typeface="Times New Roman" panose="02020603050405020304" pitchFamily="18" charset="0"/>
                <a:cs typeface="Times New Roman" panose="02020603050405020304" pitchFamily="18" charset="0"/>
              </a:rPr>
              <a:t>View </a:t>
            </a:r>
          </a:p>
          <a:p>
            <a:pPr algn="ctr"/>
            <a:r>
              <a:rPr lang="en-IN" sz="1100">
                <a:solidFill>
                  <a:schemeClr val="tx1"/>
                </a:solidFill>
                <a:latin typeface="Times New Roman" panose="02020603050405020304" pitchFamily="18" charset="0"/>
                <a:cs typeface="Times New Roman" panose="02020603050405020304" pitchFamily="18" charset="0"/>
              </a:rPr>
              <a:t>feedback</a:t>
            </a:r>
          </a:p>
        </p:txBody>
      </p:sp>
      <p:cxnSp>
        <p:nvCxnSpPr>
          <p:cNvPr id="28" name="Straight Arrow Connector 27">
            <a:extLst>
              <a:ext uri="{FF2B5EF4-FFF2-40B4-BE49-F238E27FC236}">
                <a16:creationId xmlns:a16="http://schemas.microsoft.com/office/drawing/2014/main" id="{5055CFC9-C5BB-215E-09C8-EDC447E5BFF9}"/>
              </a:ext>
            </a:extLst>
          </p:cNvPr>
          <p:cNvCxnSpPr>
            <a:cxnSpLocks/>
          </p:cNvCxnSpPr>
          <p:nvPr/>
        </p:nvCxnSpPr>
        <p:spPr>
          <a:xfrm>
            <a:off x="2679590" y="6011186"/>
            <a:ext cx="4492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Flowchart: Process 28">
            <a:extLst>
              <a:ext uri="{FF2B5EF4-FFF2-40B4-BE49-F238E27FC236}">
                <a16:creationId xmlns:a16="http://schemas.microsoft.com/office/drawing/2014/main" id="{22759E78-136A-3BBF-4AA4-232AC7F55D01}"/>
              </a:ext>
            </a:extLst>
          </p:cNvPr>
          <p:cNvSpPr/>
          <p:nvPr/>
        </p:nvSpPr>
        <p:spPr>
          <a:xfrm>
            <a:off x="3148714" y="6215116"/>
            <a:ext cx="818984" cy="327321"/>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Log out</a:t>
            </a:r>
          </a:p>
        </p:txBody>
      </p:sp>
      <p:cxnSp>
        <p:nvCxnSpPr>
          <p:cNvPr id="30" name="Straight Arrow Connector 29">
            <a:extLst>
              <a:ext uri="{FF2B5EF4-FFF2-40B4-BE49-F238E27FC236}">
                <a16:creationId xmlns:a16="http://schemas.microsoft.com/office/drawing/2014/main" id="{C8483CDC-B27F-039C-B4F0-81B9260511E1}"/>
              </a:ext>
            </a:extLst>
          </p:cNvPr>
          <p:cNvCxnSpPr>
            <a:cxnSpLocks/>
          </p:cNvCxnSpPr>
          <p:nvPr/>
        </p:nvCxnSpPr>
        <p:spPr>
          <a:xfrm>
            <a:off x="6612835" y="4257923"/>
            <a:ext cx="4492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B676180-A3F7-AAA7-AF86-C36630AFC1DE}"/>
              </a:ext>
            </a:extLst>
          </p:cNvPr>
          <p:cNvCxnSpPr>
            <a:cxnSpLocks/>
          </p:cNvCxnSpPr>
          <p:nvPr/>
        </p:nvCxnSpPr>
        <p:spPr>
          <a:xfrm>
            <a:off x="6612835" y="4709791"/>
            <a:ext cx="4492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1DD67986-2ADD-ACDF-4B36-D1071AB7268B}"/>
              </a:ext>
            </a:extLst>
          </p:cNvPr>
          <p:cNvCxnSpPr>
            <a:cxnSpLocks/>
          </p:cNvCxnSpPr>
          <p:nvPr/>
        </p:nvCxnSpPr>
        <p:spPr>
          <a:xfrm>
            <a:off x="6612835" y="5158697"/>
            <a:ext cx="4492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Flowchart: Process 32">
            <a:extLst>
              <a:ext uri="{FF2B5EF4-FFF2-40B4-BE49-F238E27FC236}">
                <a16:creationId xmlns:a16="http://schemas.microsoft.com/office/drawing/2014/main" id="{CFCA8F14-EEAC-FBAD-3080-CEEC549B0112}"/>
              </a:ext>
            </a:extLst>
          </p:cNvPr>
          <p:cNvSpPr/>
          <p:nvPr/>
        </p:nvSpPr>
        <p:spPr>
          <a:xfrm>
            <a:off x="7081959" y="4087625"/>
            <a:ext cx="818984" cy="327321"/>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solidFill>
                  <a:schemeClr val="tx1"/>
                </a:solidFill>
                <a:latin typeface="Times New Roman" panose="02020603050405020304" pitchFamily="18" charset="0"/>
                <a:cs typeface="Times New Roman" panose="02020603050405020304" pitchFamily="18" charset="0"/>
              </a:rPr>
              <a:t>View </a:t>
            </a:r>
          </a:p>
          <a:p>
            <a:pPr algn="ctr"/>
            <a:r>
              <a:rPr lang="en-IN" sz="1100">
                <a:solidFill>
                  <a:schemeClr val="tx1"/>
                </a:solidFill>
                <a:latin typeface="Times New Roman" panose="02020603050405020304" pitchFamily="18" charset="0"/>
                <a:cs typeface="Times New Roman" panose="02020603050405020304" pitchFamily="18" charset="0"/>
              </a:rPr>
              <a:t>packages</a:t>
            </a:r>
          </a:p>
        </p:txBody>
      </p:sp>
      <p:sp>
        <p:nvSpPr>
          <p:cNvPr id="34" name="Flowchart: Process 33">
            <a:extLst>
              <a:ext uri="{FF2B5EF4-FFF2-40B4-BE49-F238E27FC236}">
                <a16:creationId xmlns:a16="http://schemas.microsoft.com/office/drawing/2014/main" id="{820F3C8C-3D98-1546-6A25-569D1F1C7351}"/>
              </a:ext>
            </a:extLst>
          </p:cNvPr>
          <p:cNvSpPr/>
          <p:nvPr/>
        </p:nvSpPr>
        <p:spPr>
          <a:xfrm>
            <a:off x="7091237" y="4530240"/>
            <a:ext cx="818984" cy="327321"/>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solidFill>
                  <a:schemeClr val="tx1"/>
                </a:solidFill>
                <a:latin typeface="Times New Roman" panose="02020603050405020304" pitchFamily="18" charset="0"/>
                <a:cs typeface="Times New Roman" panose="02020603050405020304" pitchFamily="18" charset="0"/>
              </a:rPr>
              <a:t>Book</a:t>
            </a:r>
          </a:p>
          <a:p>
            <a:pPr algn="ctr"/>
            <a:r>
              <a:rPr lang="en-IN" sz="1100">
                <a:solidFill>
                  <a:schemeClr val="tx1"/>
                </a:solidFill>
                <a:latin typeface="Times New Roman" panose="02020603050405020304" pitchFamily="18" charset="0"/>
                <a:cs typeface="Times New Roman" panose="02020603050405020304" pitchFamily="18" charset="0"/>
              </a:rPr>
              <a:t>packages</a:t>
            </a:r>
          </a:p>
        </p:txBody>
      </p:sp>
      <p:sp>
        <p:nvSpPr>
          <p:cNvPr id="35" name="Flowchart: Process 34">
            <a:extLst>
              <a:ext uri="{FF2B5EF4-FFF2-40B4-BE49-F238E27FC236}">
                <a16:creationId xmlns:a16="http://schemas.microsoft.com/office/drawing/2014/main" id="{C32CEBF6-76CB-4D14-C9E8-58CA68F7F462}"/>
              </a:ext>
            </a:extLst>
          </p:cNvPr>
          <p:cNvSpPr/>
          <p:nvPr/>
        </p:nvSpPr>
        <p:spPr>
          <a:xfrm>
            <a:off x="7114402" y="6349885"/>
            <a:ext cx="818984" cy="327321"/>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Log out</a:t>
            </a:r>
          </a:p>
        </p:txBody>
      </p:sp>
      <p:sp>
        <p:nvSpPr>
          <p:cNvPr id="36" name="Flowchart: Process 35">
            <a:extLst>
              <a:ext uri="{FF2B5EF4-FFF2-40B4-BE49-F238E27FC236}">
                <a16:creationId xmlns:a16="http://schemas.microsoft.com/office/drawing/2014/main" id="{FAB3BDCF-1B25-FABC-47CC-26F8884DDFEC}"/>
              </a:ext>
            </a:extLst>
          </p:cNvPr>
          <p:cNvSpPr/>
          <p:nvPr/>
        </p:nvSpPr>
        <p:spPr>
          <a:xfrm>
            <a:off x="7098423" y="5424426"/>
            <a:ext cx="818984" cy="327321"/>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Payment</a:t>
            </a:r>
          </a:p>
        </p:txBody>
      </p:sp>
      <p:sp>
        <p:nvSpPr>
          <p:cNvPr id="37" name="Flowchart: Process 36">
            <a:extLst>
              <a:ext uri="{FF2B5EF4-FFF2-40B4-BE49-F238E27FC236}">
                <a16:creationId xmlns:a16="http://schemas.microsoft.com/office/drawing/2014/main" id="{70955231-331C-D61B-61F5-9EADC56E18AC}"/>
              </a:ext>
            </a:extLst>
          </p:cNvPr>
          <p:cNvSpPr/>
          <p:nvPr/>
        </p:nvSpPr>
        <p:spPr>
          <a:xfrm>
            <a:off x="7114402" y="5868359"/>
            <a:ext cx="818984" cy="327321"/>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Give </a:t>
            </a:r>
          </a:p>
          <a:p>
            <a:pPr algn="ctr"/>
            <a:r>
              <a:rPr lang="en-IN" sz="1100" dirty="0">
                <a:solidFill>
                  <a:schemeClr val="tx1"/>
                </a:solidFill>
                <a:latin typeface="Times New Roman" panose="02020603050405020304" pitchFamily="18" charset="0"/>
                <a:cs typeface="Times New Roman" panose="02020603050405020304" pitchFamily="18" charset="0"/>
              </a:rPr>
              <a:t>Feedback</a:t>
            </a:r>
          </a:p>
        </p:txBody>
      </p:sp>
      <p:cxnSp>
        <p:nvCxnSpPr>
          <p:cNvPr id="38" name="Straight Arrow Connector 37">
            <a:extLst>
              <a:ext uri="{FF2B5EF4-FFF2-40B4-BE49-F238E27FC236}">
                <a16:creationId xmlns:a16="http://schemas.microsoft.com/office/drawing/2014/main" id="{0236F48C-1E9B-8961-158C-C1243A79AFA8}"/>
              </a:ext>
            </a:extLst>
          </p:cNvPr>
          <p:cNvCxnSpPr>
            <a:cxnSpLocks/>
          </p:cNvCxnSpPr>
          <p:nvPr/>
        </p:nvCxnSpPr>
        <p:spPr>
          <a:xfrm>
            <a:off x="6641989" y="5588087"/>
            <a:ext cx="4492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E32B829D-1D91-7F6C-D3B0-618A0155076C}"/>
              </a:ext>
            </a:extLst>
          </p:cNvPr>
          <p:cNvCxnSpPr>
            <a:cxnSpLocks/>
          </p:cNvCxnSpPr>
          <p:nvPr/>
        </p:nvCxnSpPr>
        <p:spPr>
          <a:xfrm>
            <a:off x="6632711" y="6003609"/>
            <a:ext cx="4492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C1C6B6F-2590-17B3-3057-D31EF130E7F3}"/>
              </a:ext>
            </a:extLst>
          </p:cNvPr>
          <p:cNvCxnSpPr>
            <a:cxnSpLocks/>
          </p:cNvCxnSpPr>
          <p:nvPr/>
        </p:nvCxnSpPr>
        <p:spPr>
          <a:xfrm>
            <a:off x="3099571" y="2997015"/>
            <a:ext cx="9625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Flowchart: Process 40">
            <a:extLst>
              <a:ext uri="{FF2B5EF4-FFF2-40B4-BE49-F238E27FC236}">
                <a16:creationId xmlns:a16="http://schemas.microsoft.com/office/drawing/2014/main" id="{85CE3E0B-11C7-A09B-C87B-2A79090BF702}"/>
              </a:ext>
            </a:extLst>
          </p:cNvPr>
          <p:cNvSpPr/>
          <p:nvPr/>
        </p:nvSpPr>
        <p:spPr>
          <a:xfrm>
            <a:off x="3153355" y="4950900"/>
            <a:ext cx="818984" cy="327321"/>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Manage</a:t>
            </a:r>
          </a:p>
          <a:p>
            <a:pPr algn="ctr"/>
            <a:r>
              <a:rPr lang="en-IN" sz="1100" dirty="0">
                <a:solidFill>
                  <a:schemeClr val="tx1"/>
                </a:solidFill>
                <a:latin typeface="Times New Roman" panose="02020603050405020304" pitchFamily="18" charset="0"/>
                <a:cs typeface="Times New Roman" panose="02020603050405020304" pitchFamily="18" charset="0"/>
              </a:rPr>
              <a:t>User</a:t>
            </a:r>
          </a:p>
        </p:txBody>
      </p:sp>
      <p:cxnSp>
        <p:nvCxnSpPr>
          <p:cNvPr id="42" name="Straight Connector 41">
            <a:extLst>
              <a:ext uri="{FF2B5EF4-FFF2-40B4-BE49-F238E27FC236}">
                <a16:creationId xmlns:a16="http://schemas.microsoft.com/office/drawing/2014/main" id="{8BB0DEDD-21FC-5804-1E38-90A52AF91787}"/>
              </a:ext>
            </a:extLst>
          </p:cNvPr>
          <p:cNvCxnSpPr>
            <a:cxnSpLocks/>
          </p:cNvCxnSpPr>
          <p:nvPr/>
        </p:nvCxnSpPr>
        <p:spPr>
          <a:xfrm flipV="1">
            <a:off x="3102508" y="2352600"/>
            <a:ext cx="0" cy="6442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DCBBFE8A-2AE1-37DD-E1E5-3681DD08002C}"/>
              </a:ext>
            </a:extLst>
          </p:cNvPr>
          <p:cNvCxnSpPr>
            <a:cxnSpLocks/>
          </p:cNvCxnSpPr>
          <p:nvPr/>
        </p:nvCxnSpPr>
        <p:spPr>
          <a:xfrm>
            <a:off x="2679590" y="6378776"/>
            <a:ext cx="4492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1EAD0344-B9B2-5480-02D0-C11258ADCC4C}"/>
              </a:ext>
            </a:extLst>
          </p:cNvPr>
          <p:cNvSpPr txBox="1"/>
          <p:nvPr/>
        </p:nvSpPr>
        <p:spPr>
          <a:xfrm>
            <a:off x="4522197" y="1993379"/>
            <a:ext cx="404278" cy="261610"/>
          </a:xfrm>
          <a:prstGeom prst="rect">
            <a:avLst/>
          </a:prstGeom>
          <a:noFill/>
        </p:spPr>
        <p:txBody>
          <a:bodyPr wrap="square" rtlCol="0">
            <a:spAutoFit/>
          </a:bodyPr>
          <a:lstStyle/>
          <a:p>
            <a:r>
              <a:rPr lang="en-IN" sz="1100" dirty="0">
                <a:latin typeface="Times New Roman" panose="02020603050405020304" pitchFamily="18" charset="0"/>
                <a:cs typeface="Times New Roman" panose="02020603050405020304" pitchFamily="18" charset="0"/>
              </a:rPr>
              <a:t>Yes</a:t>
            </a:r>
          </a:p>
        </p:txBody>
      </p:sp>
      <p:sp>
        <p:nvSpPr>
          <p:cNvPr id="45" name="TextBox 44">
            <a:extLst>
              <a:ext uri="{FF2B5EF4-FFF2-40B4-BE49-F238E27FC236}">
                <a16:creationId xmlns:a16="http://schemas.microsoft.com/office/drawing/2014/main" id="{BD79CB00-85CA-7292-BA16-984334766ECD}"/>
              </a:ext>
            </a:extLst>
          </p:cNvPr>
          <p:cNvSpPr txBox="1"/>
          <p:nvPr/>
        </p:nvSpPr>
        <p:spPr>
          <a:xfrm>
            <a:off x="5615689" y="1243806"/>
            <a:ext cx="404278" cy="261610"/>
          </a:xfrm>
          <a:prstGeom prst="rect">
            <a:avLst/>
          </a:prstGeom>
          <a:noFill/>
        </p:spPr>
        <p:txBody>
          <a:bodyPr wrap="none" rtlCol="0">
            <a:spAutoFit/>
          </a:bodyPr>
          <a:lstStyle/>
          <a:p>
            <a:r>
              <a:rPr lang="en-IN" sz="1100" dirty="0">
                <a:latin typeface="Times New Roman" panose="02020603050405020304" pitchFamily="18" charset="0"/>
                <a:cs typeface="Times New Roman" panose="02020603050405020304" pitchFamily="18" charset="0"/>
              </a:rPr>
              <a:t>Yes</a:t>
            </a:r>
          </a:p>
        </p:txBody>
      </p:sp>
      <p:cxnSp>
        <p:nvCxnSpPr>
          <p:cNvPr id="46" name="Straight Arrow Connector 45">
            <a:extLst>
              <a:ext uri="{FF2B5EF4-FFF2-40B4-BE49-F238E27FC236}">
                <a16:creationId xmlns:a16="http://schemas.microsoft.com/office/drawing/2014/main" id="{6766982B-30ED-605A-ED6D-59137A689166}"/>
              </a:ext>
            </a:extLst>
          </p:cNvPr>
          <p:cNvCxnSpPr>
            <a:cxnSpLocks/>
          </p:cNvCxnSpPr>
          <p:nvPr/>
        </p:nvCxnSpPr>
        <p:spPr>
          <a:xfrm flipH="1" flipV="1">
            <a:off x="5264288" y="6669537"/>
            <a:ext cx="1358485" cy="1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1AB3145-E24B-CEF7-CFE2-4EEC07117D66}"/>
              </a:ext>
            </a:extLst>
          </p:cNvPr>
          <p:cNvCxnSpPr>
            <a:cxnSpLocks/>
            <a:endCxn id="63" idx="1"/>
          </p:cNvCxnSpPr>
          <p:nvPr/>
        </p:nvCxnSpPr>
        <p:spPr>
          <a:xfrm flipV="1">
            <a:off x="2689722" y="6670819"/>
            <a:ext cx="1699279" cy="127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2475C2F-1697-C52A-6A49-04FAA44118E4}"/>
              </a:ext>
            </a:extLst>
          </p:cNvPr>
          <p:cNvCxnSpPr>
            <a:cxnSpLocks/>
          </p:cNvCxnSpPr>
          <p:nvPr/>
        </p:nvCxnSpPr>
        <p:spPr>
          <a:xfrm flipV="1">
            <a:off x="2679590" y="6378776"/>
            <a:ext cx="0" cy="3038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4A5E9F00-DB46-22FA-9DBE-AAA42371B249}"/>
              </a:ext>
            </a:extLst>
          </p:cNvPr>
          <p:cNvCxnSpPr>
            <a:cxnSpLocks/>
          </p:cNvCxnSpPr>
          <p:nvPr/>
        </p:nvCxnSpPr>
        <p:spPr>
          <a:xfrm flipH="1" flipV="1">
            <a:off x="6632711" y="6003609"/>
            <a:ext cx="9278" cy="678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Flowchart: Decision 49">
            <a:extLst>
              <a:ext uri="{FF2B5EF4-FFF2-40B4-BE49-F238E27FC236}">
                <a16:creationId xmlns:a16="http://schemas.microsoft.com/office/drawing/2014/main" id="{25497724-1BFE-8F0A-2A18-B266FC827F55}"/>
              </a:ext>
            </a:extLst>
          </p:cNvPr>
          <p:cNvSpPr/>
          <p:nvPr/>
        </p:nvSpPr>
        <p:spPr>
          <a:xfrm>
            <a:off x="4013456" y="2733321"/>
            <a:ext cx="1197648" cy="54847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IS valid ?</a:t>
            </a:r>
          </a:p>
        </p:txBody>
      </p:sp>
      <p:sp>
        <p:nvSpPr>
          <p:cNvPr id="51" name="Flowchart: Decision 50">
            <a:extLst>
              <a:ext uri="{FF2B5EF4-FFF2-40B4-BE49-F238E27FC236}">
                <a16:creationId xmlns:a16="http://schemas.microsoft.com/office/drawing/2014/main" id="{F3ADBA03-42BA-ED3A-1D4A-A8A72E9C6313}"/>
              </a:ext>
            </a:extLst>
          </p:cNvPr>
          <p:cNvSpPr/>
          <p:nvPr/>
        </p:nvSpPr>
        <p:spPr>
          <a:xfrm>
            <a:off x="3912401" y="3436627"/>
            <a:ext cx="1399759" cy="598119"/>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IS</a:t>
            </a:r>
          </a:p>
          <a:p>
            <a:pPr algn="ctr"/>
            <a:r>
              <a:rPr lang="en-IN" sz="1100" dirty="0">
                <a:solidFill>
                  <a:schemeClr val="tx1"/>
                </a:solidFill>
                <a:latin typeface="Times New Roman" panose="02020603050405020304" pitchFamily="18" charset="0"/>
                <a:cs typeface="Times New Roman" panose="02020603050405020304" pitchFamily="18" charset="0"/>
              </a:rPr>
              <a:t>Admin ?</a:t>
            </a:r>
          </a:p>
        </p:txBody>
      </p:sp>
      <p:cxnSp>
        <p:nvCxnSpPr>
          <p:cNvPr id="52" name="Straight Arrow Connector 51">
            <a:extLst>
              <a:ext uri="{FF2B5EF4-FFF2-40B4-BE49-F238E27FC236}">
                <a16:creationId xmlns:a16="http://schemas.microsoft.com/office/drawing/2014/main" id="{C9E6D6EA-0F01-27E4-2549-44620A232CDF}"/>
              </a:ext>
            </a:extLst>
          </p:cNvPr>
          <p:cNvCxnSpPr>
            <a:cxnSpLocks/>
          </p:cNvCxnSpPr>
          <p:nvPr/>
        </p:nvCxnSpPr>
        <p:spPr>
          <a:xfrm flipH="1">
            <a:off x="4612280" y="3255544"/>
            <a:ext cx="298" cy="1932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0F01ECE-8B8A-DBB5-6030-8351485B0AD8}"/>
              </a:ext>
            </a:extLst>
          </p:cNvPr>
          <p:cNvCxnSpPr>
            <a:cxnSpLocks/>
          </p:cNvCxnSpPr>
          <p:nvPr/>
        </p:nvCxnSpPr>
        <p:spPr>
          <a:xfrm flipV="1">
            <a:off x="5302720" y="3730670"/>
            <a:ext cx="1339269" cy="1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DB72921-2F8F-3F61-81B6-37BD65FF7A4F}"/>
              </a:ext>
            </a:extLst>
          </p:cNvPr>
          <p:cNvCxnSpPr>
            <a:cxnSpLocks/>
          </p:cNvCxnSpPr>
          <p:nvPr/>
        </p:nvCxnSpPr>
        <p:spPr>
          <a:xfrm>
            <a:off x="3119008" y="2353769"/>
            <a:ext cx="1106797" cy="20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600B5FBA-F123-D90B-8ACA-45610ADFD504}"/>
              </a:ext>
            </a:extLst>
          </p:cNvPr>
          <p:cNvSpPr txBox="1"/>
          <p:nvPr/>
        </p:nvSpPr>
        <p:spPr>
          <a:xfrm>
            <a:off x="3052111" y="3423161"/>
            <a:ext cx="404278" cy="261610"/>
          </a:xfrm>
          <a:prstGeom prst="rect">
            <a:avLst/>
          </a:prstGeom>
          <a:noFill/>
        </p:spPr>
        <p:txBody>
          <a:bodyPr wrap="square" rtlCol="0">
            <a:spAutoFit/>
          </a:bodyPr>
          <a:lstStyle/>
          <a:p>
            <a:r>
              <a:rPr lang="en-IN" sz="1100" dirty="0">
                <a:latin typeface="Times New Roman" panose="02020603050405020304" pitchFamily="18" charset="0"/>
                <a:cs typeface="Times New Roman" panose="02020603050405020304" pitchFamily="18" charset="0"/>
              </a:rPr>
              <a:t>Yes</a:t>
            </a:r>
          </a:p>
        </p:txBody>
      </p:sp>
      <p:sp>
        <p:nvSpPr>
          <p:cNvPr id="56" name="TextBox 55">
            <a:extLst>
              <a:ext uri="{FF2B5EF4-FFF2-40B4-BE49-F238E27FC236}">
                <a16:creationId xmlns:a16="http://schemas.microsoft.com/office/drawing/2014/main" id="{12AF9175-8432-92B3-03C5-59DC102905FE}"/>
              </a:ext>
            </a:extLst>
          </p:cNvPr>
          <p:cNvSpPr txBox="1"/>
          <p:nvPr/>
        </p:nvSpPr>
        <p:spPr>
          <a:xfrm>
            <a:off x="4661665" y="2515222"/>
            <a:ext cx="404278" cy="261610"/>
          </a:xfrm>
          <a:prstGeom prst="rect">
            <a:avLst/>
          </a:prstGeom>
          <a:noFill/>
        </p:spPr>
        <p:txBody>
          <a:bodyPr wrap="square" rtlCol="0">
            <a:spAutoFit/>
          </a:bodyPr>
          <a:lstStyle/>
          <a:p>
            <a:r>
              <a:rPr lang="en-IN" sz="1100" dirty="0">
                <a:latin typeface="Times New Roman" panose="02020603050405020304" pitchFamily="18" charset="0"/>
                <a:cs typeface="Times New Roman" panose="02020603050405020304" pitchFamily="18" charset="0"/>
              </a:rPr>
              <a:t>Yes</a:t>
            </a:r>
          </a:p>
        </p:txBody>
      </p:sp>
      <p:sp>
        <p:nvSpPr>
          <p:cNvPr id="57" name="TextBox 56">
            <a:extLst>
              <a:ext uri="{FF2B5EF4-FFF2-40B4-BE49-F238E27FC236}">
                <a16:creationId xmlns:a16="http://schemas.microsoft.com/office/drawing/2014/main" id="{6CB5349D-C12E-39D6-0928-7CCF1C85186C}"/>
              </a:ext>
            </a:extLst>
          </p:cNvPr>
          <p:cNvSpPr txBox="1"/>
          <p:nvPr/>
        </p:nvSpPr>
        <p:spPr>
          <a:xfrm>
            <a:off x="5730240" y="3547068"/>
            <a:ext cx="946206" cy="261610"/>
          </a:xfrm>
          <a:prstGeom prst="rect">
            <a:avLst/>
          </a:prstGeom>
          <a:noFill/>
        </p:spPr>
        <p:txBody>
          <a:bodyPr wrap="square" rtlCol="0">
            <a:spAutoFit/>
          </a:bodyPr>
          <a:lstStyle/>
          <a:p>
            <a:r>
              <a:rPr lang="en-IN" sz="1100" dirty="0">
                <a:latin typeface="Times New Roman" panose="02020603050405020304" pitchFamily="18" charset="0"/>
                <a:cs typeface="Times New Roman" panose="02020603050405020304" pitchFamily="18" charset="0"/>
              </a:rPr>
              <a:t>NO</a:t>
            </a:r>
          </a:p>
        </p:txBody>
      </p:sp>
      <p:sp>
        <p:nvSpPr>
          <p:cNvPr id="58" name="TextBox 57">
            <a:extLst>
              <a:ext uri="{FF2B5EF4-FFF2-40B4-BE49-F238E27FC236}">
                <a16:creationId xmlns:a16="http://schemas.microsoft.com/office/drawing/2014/main" id="{1BFA3D3B-5871-C3D3-B9EC-D36FE63FFE74}"/>
              </a:ext>
            </a:extLst>
          </p:cNvPr>
          <p:cNvSpPr txBox="1"/>
          <p:nvPr/>
        </p:nvSpPr>
        <p:spPr>
          <a:xfrm>
            <a:off x="3386135" y="2607519"/>
            <a:ext cx="946206" cy="261610"/>
          </a:xfrm>
          <a:prstGeom prst="rect">
            <a:avLst/>
          </a:prstGeom>
          <a:noFill/>
        </p:spPr>
        <p:txBody>
          <a:bodyPr wrap="square" rtlCol="0">
            <a:spAutoFit/>
          </a:bodyPr>
          <a:lstStyle/>
          <a:p>
            <a:r>
              <a:rPr lang="en-IN" sz="1100" dirty="0">
                <a:latin typeface="Times New Roman" panose="02020603050405020304" pitchFamily="18" charset="0"/>
                <a:cs typeface="Times New Roman" panose="02020603050405020304" pitchFamily="18" charset="0"/>
              </a:rPr>
              <a:t>NO</a:t>
            </a:r>
          </a:p>
        </p:txBody>
      </p:sp>
      <p:sp>
        <p:nvSpPr>
          <p:cNvPr id="59" name="TextBox 58">
            <a:extLst>
              <a:ext uri="{FF2B5EF4-FFF2-40B4-BE49-F238E27FC236}">
                <a16:creationId xmlns:a16="http://schemas.microsoft.com/office/drawing/2014/main" id="{5A20D583-0875-A90C-90A3-A16F46AAC4CD}"/>
              </a:ext>
            </a:extLst>
          </p:cNvPr>
          <p:cNvSpPr txBox="1"/>
          <p:nvPr/>
        </p:nvSpPr>
        <p:spPr>
          <a:xfrm>
            <a:off x="4571996" y="3196872"/>
            <a:ext cx="404278" cy="261610"/>
          </a:xfrm>
          <a:prstGeom prst="rect">
            <a:avLst/>
          </a:prstGeom>
          <a:noFill/>
        </p:spPr>
        <p:txBody>
          <a:bodyPr wrap="square" rtlCol="0">
            <a:spAutoFit/>
          </a:bodyPr>
          <a:lstStyle/>
          <a:p>
            <a:r>
              <a:rPr lang="en-IN" sz="1100" dirty="0">
                <a:latin typeface="Times New Roman" panose="02020603050405020304" pitchFamily="18" charset="0"/>
                <a:cs typeface="Times New Roman" panose="02020603050405020304" pitchFamily="18" charset="0"/>
              </a:rPr>
              <a:t>Yes</a:t>
            </a:r>
          </a:p>
        </p:txBody>
      </p:sp>
      <p:cxnSp>
        <p:nvCxnSpPr>
          <p:cNvPr id="60" name="Straight Connector 59">
            <a:extLst>
              <a:ext uri="{FF2B5EF4-FFF2-40B4-BE49-F238E27FC236}">
                <a16:creationId xmlns:a16="http://schemas.microsoft.com/office/drawing/2014/main" id="{440B8564-BFB5-AA16-9060-8ADF86882025}"/>
              </a:ext>
            </a:extLst>
          </p:cNvPr>
          <p:cNvCxnSpPr>
            <a:cxnSpLocks/>
          </p:cNvCxnSpPr>
          <p:nvPr/>
        </p:nvCxnSpPr>
        <p:spPr>
          <a:xfrm flipH="1">
            <a:off x="1507046" y="1590237"/>
            <a:ext cx="48444" cy="5107844"/>
          </a:xfrm>
          <a:prstGeom prst="line">
            <a:avLst/>
          </a:prstGeom>
        </p:spPr>
        <p:style>
          <a:lnRef idx="1">
            <a:schemeClr val="dk1"/>
          </a:lnRef>
          <a:fillRef idx="0">
            <a:schemeClr val="dk1"/>
          </a:fillRef>
          <a:effectRef idx="0">
            <a:schemeClr val="dk1"/>
          </a:effectRef>
          <a:fontRef idx="minor">
            <a:schemeClr val="tx1"/>
          </a:fontRef>
        </p:style>
      </p:cxnSp>
      <p:cxnSp>
        <p:nvCxnSpPr>
          <p:cNvPr id="61" name="Straight Connector 60">
            <a:extLst>
              <a:ext uri="{FF2B5EF4-FFF2-40B4-BE49-F238E27FC236}">
                <a16:creationId xmlns:a16="http://schemas.microsoft.com/office/drawing/2014/main" id="{A63850FB-8B7E-B03F-1CC6-0E97A81A71A9}"/>
              </a:ext>
            </a:extLst>
          </p:cNvPr>
          <p:cNvCxnSpPr>
            <a:cxnSpLocks/>
          </p:cNvCxnSpPr>
          <p:nvPr/>
        </p:nvCxnSpPr>
        <p:spPr>
          <a:xfrm flipH="1">
            <a:off x="1555331" y="1561049"/>
            <a:ext cx="2199107" cy="0"/>
          </a:xfrm>
          <a:prstGeom prst="line">
            <a:avLst/>
          </a:prstGeom>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05ACE689-5F58-BF4B-CADE-1599F67D4867}"/>
              </a:ext>
            </a:extLst>
          </p:cNvPr>
          <p:cNvCxnSpPr>
            <a:cxnSpLocks/>
          </p:cNvCxnSpPr>
          <p:nvPr/>
        </p:nvCxnSpPr>
        <p:spPr>
          <a:xfrm flipH="1">
            <a:off x="1506794" y="6682578"/>
            <a:ext cx="1182928" cy="1015"/>
          </a:xfrm>
          <a:prstGeom prst="line">
            <a:avLst/>
          </a:prstGeom>
        </p:spPr>
        <p:style>
          <a:lnRef idx="1">
            <a:schemeClr val="dk1"/>
          </a:lnRef>
          <a:fillRef idx="0">
            <a:schemeClr val="dk1"/>
          </a:fillRef>
          <a:effectRef idx="0">
            <a:schemeClr val="dk1"/>
          </a:effectRef>
          <a:fontRef idx="minor">
            <a:schemeClr val="tx1"/>
          </a:fontRef>
        </p:style>
      </p:cxnSp>
      <p:sp>
        <p:nvSpPr>
          <p:cNvPr id="63" name="Flowchart: Terminator 62">
            <a:extLst>
              <a:ext uri="{FF2B5EF4-FFF2-40B4-BE49-F238E27FC236}">
                <a16:creationId xmlns:a16="http://schemas.microsoft.com/office/drawing/2014/main" id="{49661858-DFA6-3481-2CDC-741E3C2C9F64}"/>
              </a:ext>
            </a:extLst>
          </p:cNvPr>
          <p:cNvSpPr/>
          <p:nvPr/>
        </p:nvSpPr>
        <p:spPr>
          <a:xfrm>
            <a:off x="4389001" y="6530677"/>
            <a:ext cx="858741" cy="280283"/>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End</a:t>
            </a:r>
          </a:p>
        </p:txBody>
      </p:sp>
      <p:sp>
        <p:nvSpPr>
          <p:cNvPr id="64" name="TextBox 63">
            <a:extLst>
              <a:ext uri="{FF2B5EF4-FFF2-40B4-BE49-F238E27FC236}">
                <a16:creationId xmlns:a16="http://schemas.microsoft.com/office/drawing/2014/main" id="{479CB721-940F-B03A-BE69-6A4A204388EB}"/>
              </a:ext>
            </a:extLst>
          </p:cNvPr>
          <p:cNvSpPr txBox="1"/>
          <p:nvPr/>
        </p:nvSpPr>
        <p:spPr>
          <a:xfrm>
            <a:off x="2115299" y="1213602"/>
            <a:ext cx="1577830" cy="253916"/>
          </a:xfrm>
          <a:prstGeom prst="rect">
            <a:avLst/>
          </a:prstGeom>
          <a:noFill/>
        </p:spPr>
        <p:txBody>
          <a:bodyPr wrap="square" rtlCol="0">
            <a:spAutoFit/>
          </a:bodyPr>
          <a:lstStyle/>
          <a:p>
            <a:r>
              <a:rPr lang="en-IN" sz="1050" dirty="0"/>
              <a:t>User without reg</a:t>
            </a:r>
          </a:p>
        </p:txBody>
      </p:sp>
      <p:sp>
        <p:nvSpPr>
          <p:cNvPr id="66" name="Flowchart: Process 65">
            <a:extLst>
              <a:ext uri="{FF2B5EF4-FFF2-40B4-BE49-F238E27FC236}">
                <a16:creationId xmlns:a16="http://schemas.microsoft.com/office/drawing/2014/main" id="{8D1E4B9D-9AAA-73A1-7A72-9771B5660CF4}"/>
              </a:ext>
            </a:extLst>
          </p:cNvPr>
          <p:cNvSpPr/>
          <p:nvPr/>
        </p:nvSpPr>
        <p:spPr>
          <a:xfrm>
            <a:off x="3979627" y="605152"/>
            <a:ext cx="1218192" cy="326360"/>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a:ln w="0"/>
                <a:solidFill>
                  <a:schemeClr val="tx1"/>
                </a:solidFill>
                <a:effectLst>
                  <a:outerShdw blurRad="38100" dist="19050" dir="2700000" algn="tl" rotWithShape="0">
                    <a:schemeClr val="dk1">
                      <a:alpha val="40000"/>
                    </a:schemeClr>
                  </a:outerShdw>
                </a:effectLst>
              </a:rPr>
              <a:t>View website</a:t>
            </a:r>
          </a:p>
        </p:txBody>
      </p:sp>
      <p:cxnSp>
        <p:nvCxnSpPr>
          <p:cNvPr id="72" name="Straight Connector 71">
            <a:extLst>
              <a:ext uri="{FF2B5EF4-FFF2-40B4-BE49-F238E27FC236}">
                <a16:creationId xmlns:a16="http://schemas.microsoft.com/office/drawing/2014/main" id="{5A729CD2-C557-7DFF-E36F-4EDD4F8498EB}"/>
              </a:ext>
            </a:extLst>
          </p:cNvPr>
          <p:cNvCxnSpPr>
            <a:stCxn id="66" idx="2"/>
            <a:endCxn id="3" idx="0"/>
          </p:cNvCxnSpPr>
          <p:nvPr/>
        </p:nvCxnSpPr>
        <p:spPr>
          <a:xfrm flipH="1">
            <a:off x="4580481" y="931512"/>
            <a:ext cx="8242" cy="241961"/>
          </a:xfrm>
          <a:prstGeom prst="line">
            <a:avLst/>
          </a:prstGeom>
        </p:spPr>
        <p:style>
          <a:lnRef idx="2">
            <a:schemeClr val="dk1"/>
          </a:lnRef>
          <a:fillRef idx="0">
            <a:schemeClr val="dk1"/>
          </a:fillRef>
          <a:effectRef idx="1">
            <a:schemeClr val="dk1"/>
          </a:effectRef>
          <a:fontRef idx="minor">
            <a:schemeClr val="tx1"/>
          </a:fontRef>
        </p:style>
      </p:cxnSp>
      <p:cxnSp>
        <p:nvCxnSpPr>
          <p:cNvPr id="65" name="Straight Arrow Connector 64">
            <a:extLst>
              <a:ext uri="{FF2B5EF4-FFF2-40B4-BE49-F238E27FC236}">
                <a16:creationId xmlns:a16="http://schemas.microsoft.com/office/drawing/2014/main" id="{706DFC37-E3BE-293E-9755-0CB34211B97B}"/>
              </a:ext>
            </a:extLst>
          </p:cNvPr>
          <p:cNvCxnSpPr>
            <a:cxnSpLocks/>
          </p:cNvCxnSpPr>
          <p:nvPr/>
        </p:nvCxnSpPr>
        <p:spPr>
          <a:xfrm>
            <a:off x="6649175" y="6512028"/>
            <a:ext cx="4492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Flowchart: Process 67">
            <a:extLst>
              <a:ext uri="{FF2B5EF4-FFF2-40B4-BE49-F238E27FC236}">
                <a16:creationId xmlns:a16="http://schemas.microsoft.com/office/drawing/2014/main" id="{5398249A-7A49-5249-6EA7-3D7AFEE439EE}"/>
              </a:ext>
            </a:extLst>
          </p:cNvPr>
          <p:cNvSpPr/>
          <p:nvPr/>
        </p:nvSpPr>
        <p:spPr>
          <a:xfrm>
            <a:off x="7091237" y="4997237"/>
            <a:ext cx="818984" cy="327321"/>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 Customize packages</a:t>
            </a:r>
          </a:p>
        </p:txBody>
      </p:sp>
    </p:spTree>
    <p:extLst>
      <p:ext uri="{BB962C8B-B14F-4D97-AF65-F5344CB8AC3E}">
        <p14:creationId xmlns:p14="http://schemas.microsoft.com/office/powerpoint/2010/main" val="41927932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EF5AA1-6E0E-C19D-17EE-CD105106F5C1}"/>
              </a:ext>
            </a:extLst>
          </p:cNvPr>
          <p:cNvSpPr/>
          <p:nvPr/>
        </p:nvSpPr>
        <p:spPr>
          <a:xfrm>
            <a:off x="3904635" y="2914313"/>
            <a:ext cx="3733800" cy="400110"/>
          </a:xfrm>
          <a:prstGeom prst="rect">
            <a:avLst/>
          </a:prstGeom>
        </p:spPr>
        <p:txBody>
          <a:bodyPr wrap="square">
            <a:spAutoFit/>
          </a:bodyPr>
          <a:lstStyle/>
          <a:p>
            <a:pPr marL="342900" indent="-342900" algn="ctr">
              <a:spcBef>
                <a:spcPct val="20000"/>
              </a:spcBef>
              <a:defRPr/>
            </a:pPr>
            <a:r>
              <a:rPr lang="en-US" sz="2000" b="1" u="sng" dirty="0">
                <a:latin typeface="Times New Roman" panose="02020603050405020304" pitchFamily="18" charset="0"/>
                <a:cs typeface="Times New Roman" panose="02020603050405020304" pitchFamily="18" charset="0"/>
              </a:rPr>
              <a:t>7. ER DIAGRAM</a:t>
            </a:r>
          </a:p>
        </p:txBody>
      </p:sp>
    </p:spTree>
    <p:extLst>
      <p:ext uri="{BB962C8B-B14F-4D97-AF65-F5344CB8AC3E}">
        <p14:creationId xmlns:p14="http://schemas.microsoft.com/office/powerpoint/2010/main" val="3578446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D05F037D-EE71-A26B-A5D2-BF2C7EA410F6}"/>
              </a:ext>
            </a:extLst>
          </p:cNvPr>
          <p:cNvCxnSpPr>
            <a:cxnSpLocks/>
          </p:cNvCxnSpPr>
          <p:nvPr/>
        </p:nvCxnSpPr>
        <p:spPr>
          <a:xfrm>
            <a:off x="6116739" y="2976138"/>
            <a:ext cx="311868" cy="376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208FC740-5D54-BAB5-9C06-B5B19A27CB0C}"/>
              </a:ext>
            </a:extLst>
          </p:cNvPr>
          <p:cNvCxnSpPr>
            <a:cxnSpLocks/>
          </p:cNvCxnSpPr>
          <p:nvPr/>
        </p:nvCxnSpPr>
        <p:spPr>
          <a:xfrm flipH="1">
            <a:off x="8997421" y="4199748"/>
            <a:ext cx="406263" cy="5415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4ED9F49-0BAE-C04D-0A5D-A538C54BD319}"/>
              </a:ext>
            </a:extLst>
          </p:cNvPr>
          <p:cNvCxnSpPr>
            <a:cxnSpLocks/>
            <a:endCxn id="75" idx="7"/>
          </p:cNvCxnSpPr>
          <p:nvPr/>
        </p:nvCxnSpPr>
        <p:spPr>
          <a:xfrm flipH="1">
            <a:off x="8788735" y="4195951"/>
            <a:ext cx="478538" cy="2105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579DC57-07EB-6D9C-19BE-7FF84153E702}"/>
              </a:ext>
            </a:extLst>
          </p:cNvPr>
          <p:cNvCxnSpPr>
            <a:cxnSpLocks/>
          </p:cNvCxnSpPr>
          <p:nvPr/>
        </p:nvCxnSpPr>
        <p:spPr>
          <a:xfrm>
            <a:off x="1660263" y="883611"/>
            <a:ext cx="0" cy="29255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lowchart: Process 5">
            <a:extLst>
              <a:ext uri="{FF2B5EF4-FFF2-40B4-BE49-F238E27FC236}">
                <a16:creationId xmlns:a16="http://schemas.microsoft.com/office/drawing/2014/main" id="{F336E46D-3F51-27D9-2680-B4766981AFDA}"/>
              </a:ext>
            </a:extLst>
          </p:cNvPr>
          <p:cNvSpPr/>
          <p:nvPr/>
        </p:nvSpPr>
        <p:spPr>
          <a:xfrm>
            <a:off x="1511018" y="3809135"/>
            <a:ext cx="1214968" cy="41052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a:solidFill>
                  <a:schemeClr val="tx1"/>
                </a:solidFill>
                <a:latin typeface="Times New Roman" panose="02020603050405020304" pitchFamily="18" charset="0"/>
                <a:cs typeface="Times New Roman" panose="02020603050405020304" pitchFamily="18" charset="0"/>
              </a:rPr>
              <a:t>Admin</a:t>
            </a:r>
          </a:p>
        </p:txBody>
      </p:sp>
      <p:sp>
        <p:nvSpPr>
          <p:cNvPr id="7" name="Flowchart: Decision 6">
            <a:extLst>
              <a:ext uri="{FF2B5EF4-FFF2-40B4-BE49-F238E27FC236}">
                <a16:creationId xmlns:a16="http://schemas.microsoft.com/office/drawing/2014/main" id="{9B288C6C-8531-BA51-A989-4E7902C7C971}"/>
              </a:ext>
            </a:extLst>
          </p:cNvPr>
          <p:cNvSpPr/>
          <p:nvPr/>
        </p:nvSpPr>
        <p:spPr>
          <a:xfrm>
            <a:off x="2957197" y="543858"/>
            <a:ext cx="1040953" cy="67950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Manage</a:t>
            </a:r>
          </a:p>
        </p:txBody>
      </p:sp>
      <p:sp>
        <p:nvSpPr>
          <p:cNvPr id="8" name="Flowchart: Process 7">
            <a:extLst>
              <a:ext uri="{FF2B5EF4-FFF2-40B4-BE49-F238E27FC236}">
                <a16:creationId xmlns:a16="http://schemas.microsoft.com/office/drawing/2014/main" id="{9B5ED3DC-8BEA-F037-83CB-7CE8BB0BC880}"/>
              </a:ext>
            </a:extLst>
          </p:cNvPr>
          <p:cNvSpPr/>
          <p:nvPr/>
        </p:nvSpPr>
        <p:spPr>
          <a:xfrm>
            <a:off x="9279970" y="3809135"/>
            <a:ext cx="1214967" cy="41052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User</a:t>
            </a:r>
          </a:p>
        </p:txBody>
      </p:sp>
      <p:cxnSp>
        <p:nvCxnSpPr>
          <p:cNvPr id="9" name="Straight Connector 8">
            <a:extLst>
              <a:ext uri="{FF2B5EF4-FFF2-40B4-BE49-F238E27FC236}">
                <a16:creationId xmlns:a16="http://schemas.microsoft.com/office/drawing/2014/main" id="{D95123FA-28D2-5AC4-EBB8-BD2DAFBCE863}"/>
              </a:ext>
            </a:extLst>
          </p:cNvPr>
          <p:cNvCxnSpPr>
            <a:cxnSpLocks/>
          </p:cNvCxnSpPr>
          <p:nvPr/>
        </p:nvCxnSpPr>
        <p:spPr>
          <a:xfrm>
            <a:off x="1817954" y="1559974"/>
            <a:ext cx="0" cy="2249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8FB0DA5-A161-1305-966E-3B94DE14F4ED}"/>
              </a:ext>
            </a:extLst>
          </p:cNvPr>
          <p:cNvCxnSpPr>
            <a:cxnSpLocks/>
          </p:cNvCxnSpPr>
          <p:nvPr/>
        </p:nvCxnSpPr>
        <p:spPr>
          <a:xfrm flipH="1">
            <a:off x="1660263" y="883611"/>
            <a:ext cx="12969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B8C0AA-9201-A96B-6959-3D28BB31DF46}"/>
              </a:ext>
            </a:extLst>
          </p:cNvPr>
          <p:cNvCxnSpPr>
            <a:cxnSpLocks/>
          </p:cNvCxnSpPr>
          <p:nvPr/>
        </p:nvCxnSpPr>
        <p:spPr>
          <a:xfrm flipH="1">
            <a:off x="3998151" y="883611"/>
            <a:ext cx="1321462"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8C9073D-A350-C1A2-A221-8E33EA17BB6D}"/>
              </a:ext>
            </a:extLst>
          </p:cNvPr>
          <p:cNvCxnSpPr>
            <a:cxnSpLocks/>
          </p:cNvCxnSpPr>
          <p:nvPr/>
        </p:nvCxnSpPr>
        <p:spPr>
          <a:xfrm flipH="1" flipV="1">
            <a:off x="3339668" y="1559974"/>
            <a:ext cx="1979945" cy="116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90AC5E8-39D5-1220-5B59-CDA75801EDE4}"/>
              </a:ext>
            </a:extLst>
          </p:cNvPr>
          <p:cNvCxnSpPr>
            <a:cxnSpLocks/>
            <a:stCxn id="32" idx="1"/>
            <a:endCxn id="31" idx="3"/>
          </p:cNvCxnSpPr>
          <p:nvPr/>
        </p:nvCxnSpPr>
        <p:spPr>
          <a:xfrm flipH="1">
            <a:off x="2899310" y="2806438"/>
            <a:ext cx="24203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C516307-98E2-8827-7101-5F1D397B1452}"/>
              </a:ext>
            </a:extLst>
          </p:cNvPr>
          <p:cNvCxnSpPr>
            <a:cxnSpLocks/>
          </p:cNvCxnSpPr>
          <p:nvPr/>
        </p:nvCxnSpPr>
        <p:spPr>
          <a:xfrm flipH="1">
            <a:off x="2725986" y="4043487"/>
            <a:ext cx="67513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9F13DDC-1A3B-8475-02E8-0007D07FA217}"/>
              </a:ext>
            </a:extLst>
          </p:cNvPr>
          <p:cNvCxnSpPr>
            <a:cxnSpLocks/>
          </p:cNvCxnSpPr>
          <p:nvPr/>
        </p:nvCxnSpPr>
        <p:spPr>
          <a:xfrm flipH="1">
            <a:off x="1660263" y="6518246"/>
            <a:ext cx="12969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5B7A27D-EC35-45CC-5805-E7237333CA85}"/>
              </a:ext>
            </a:extLst>
          </p:cNvPr>
          <p:cNvCxnSpPr>
            <a:cxnSpLocks/>
          </p:cNvCxnSpPr>
          <p:nvPr/>
        </p:nvCxnSpPr>
        <p:spPr>
          <a:xfrm flipH="1">
            <a:off x="6194258" y="855037"/>
            <a:ext cx="1434893"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FD0D020-4B7F-4BE1-CF3C-A9754654A6F0}"/>
              </a:ext>
            </a:extLst>
          </p:cNvPr>
          <p:cNvCxnSpPr>
            <a:cxnSpLocks/>
            <a:stCxn id="25" idx="1"/>
          </p:cNvCxnSpPr>
          <p:nvPr/>
        </p:nvCxnSpPr>
        <p:spPr>
          <a:xfrm flipH="1" flipV="1">
            <a:off x="1817954" y="1559974"/>
            <a:ext cx="490776" cy="116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20A6377-7B24-BA27-D208-73457AD05BD6}"/>
              </a:ext>
            </a:extLst>
          </p:cNvPr>
          <p:cNvCxnSpPr>
            <a:cxnSpLocks/>
          </p:cNvCxnSpPr>
          <p:nvPr/>
        </p:nvCxnSpPr>
        <p:spPr>
          <a:xfrm>
            <a:off x="2378834" y="3132437"/>
            <a:ext cx="0" cy="6766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B08BDD4-4EBE-4E5F-1F0E-FD6D8305DE66}"/>
              </a:ext>
            </a:extLst>
          </p:cNvPr>
          <p:cNvCxnSpPr>
            <a:cxnSpLocks/>
            <a:endCxn id="51" idx="1"/>
          </p:cNvCxnSpPr>
          <p:nvPr/>
        </p:nvCxnSpPr>
        <p:spPr>
          <a:xfrm>
            <a:off x="1858357" y="4234047"/>
            <a:ext cx="51163" cy="6592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C3FAD48-E552-45D2-81F4-079BA6020C30}"/>
              </a:ext>
            </a:extLst>
          </p:cNvPr>
          <p:cNvCxnSpPr>
            <a:cxnSpLocks/>
            <a:stCxn id="38" idx="1"/>
          </p:cNvCxnSpPr>
          <p:nvPr/>
        </p:nvCxnSpPr>
        <p:spPr>
          <a:xfrm flipH="1" flipV="1">
            <a:off x="4457560" y="4033722"/>
            <a:ext cx="862053"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Flowchart: Process 20">
            <a:extLst>
              <a:ext uri="{FF2B5EF4-FFF2-40B4-BE49-F238E27FC236}">
                <a16:creationId xmlns:a16="http://schemas.microsoft.com/office/drawing/2014/main" id="{38292751-98D4-AC1B-D12C-D57C1FCA0587}"/>
              </a:ext>
            </a:extLst>
          </p:cNvPr>
          <p:cNvSpPr/>
          <p:nvPr/>
        </p:nvSpPr>
        <p:spPr>
          <a:xfrm>
            <a:off x="5319614" y="720613"/>
            <a:ext cx="874644" cy="325999"/>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contact</a:t>
            </a:r>
          </a:p>
        </p:txBody>
      </p:sp>
      <p:cxnSp>
        <p:nvCxnSpPr>
          <p:cNvPr id="22" name="Straight Connector 21">
            <a:extLst>
              <a:ext uri="{FF2B5EF4-FFF2-40B4-BE49-F238E27FC236}">
                <a16:creationId xmlns:a16="http://schemas.microsoft.com/office/drawing/2014/main" id="{C9ED6A72-BD9D-C769-6E82-90B5C22AF662}"/>
              </a:ext>
            </a:extLst>
          </p:cNvPr>
          <p:cNvCxnSpPr>
            <a:cxnSpLocks/>
          </p:cNvCxnSpPr>
          <p:nvPr/>
        </p:nvCxnSpPr>
        <p:spPr>
          <a:xfrm>
            <a:off x="10290924" y="883612"/>
            <a:ext cx="1" cy="29255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C9E7435-C691-678D-83D3-92328E0006F7}"/>
              </a:ext>
            </a:extLst>
          </p:cNvPr>
          <p:cNvCxnSpPr>
            <a:cxnSpLocks/>
          </p:cNvCxnSpPr>
          <p:nvPr/>
        </p:nvCxnSpPr>
        <p:spPr>
          <a:xfrm flipH="1">
            <a:off x="8666582" y="883611"/>
            <a:ext cx="1624342"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Flowchart: Decision 23">
            <a:extLst>
              <a:ext uri="{FF2B5EF4-FFF2-40B4-BE49-F238E27FC236}">
                <a16:creationId xmlns:a16="http://schemas.microsoft.com/office/drawing/2014/main" id="{05D6F222-FF40-B098-9191-2E7B482E8B31}"/>
              </a:ext>
            </a:extLst>
          </p:cNvPr>
          <p:cNvSpPr/>
          <p:nvPr/>
        </p:nvSpPr>
        <p:spPr>
          <a:xfrm>
            <a:off x="7625629" y="543858"/>
            <a:ext cx="1040953" cy="67950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View</a:t>
            </a:r>
          </a:p>
        </p:txBody>
      </p:sp>
      <p:sp>
        <p:nvSpPr>
          <p:cNvPr id="25" name="Flowchart: Decision 24">
            <a:extLst>
              <a:ext uri="{FF2B5EF4-FFF2-40B4-BE49-F238E27FC236}">
                <a16:creationId xmlns:a16="http://schemas.microsoft.com/office/drawing/2014/main" id="{E86A991C-90AF-0C91-E268-FA5C46B98DA2}"/>
              </a:ext>
            </a:extLst>
          </p:cNvPr>
          <p:cNvSpPr/>
          <p:nvPr/>
        </p:nvSpPr>
        <p:spPr>
          <a:xfrm>
            <a:off x="2308730" y="1231840"/>
            <a:ext cx="1040953" cy="67950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Manage</a:t>
            </a:r>
          </a:p>
        </p:txBody>
      </p:sp>
      <p:sp>
        <p:nvSpPr>
          <p:cNvPr id="26" name="Flowchart: Process 25">
            <a:extLst>
              <a:ext uri="{FF2B5EF4-FFF2-40B4-BE49-F238E27FC236}">
                <a16:creationId xmlns:a16="http://schemas.microsoft.com/office/drawing/2014/main" id="{7F0A4B7A-4AFA-EC87-A5A1-3CC3E0321C10}"/>
              </a:ext>
            </a:extLst>
          </p:cNvPr>
          <p:cNvSpPr/>
          <p:nvPr/>
        </p:nvSpPr>
        <p:spPr>
          <a:xfrm>
            <a:off x="5328001" y="1396975"/>
            <a:ext cx="874644" cy="325999"/>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Package</a:t>
            </a:r>
          </a:p>
        </p:txBody>
      </p:sp>
      <p:sp>
        <p:nvSpPr>
          <p:cNvPr id="27" name="Flowchart: Decision 26">
            <a:extLst>
              <a:ext uri="{FF2B5EF4-FFF2-40B4-BE49-F238E27FC236}">
                <a16:creationId xmlns:a16="http://schemas.microsoft.com/office/drawing/2014/main" id="{D750B18C-E2B0-A6F0-A2B5-AA3B687E1736}"/>
              </a:ext>
            </a:extLst>
          </p:cNvPr>
          <p:cNvSpPr/>
          <p:nvPr/>
        </p:nvSpPr>
        <p:spPr>
          <a:xfrm>
            <a:off x="8592142" y="1231840"/>
            <a:ext cx="1040953" cy="67950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View</a:t>
            </a:r>
          </a:p>
        </p:txBody>
      </p:sp>
      <p:cxnSp>
        <p:nvCxnSpPr>
          <p:cNvPr id="28" name="Straight Connector 27">
            <a:extLst>
              <a:ext uri="{FF2B5EF4-FFF2-40B4-BE49-F238E27FC236}">
                <a16:creationId xmlns:a16="http://schemas.microsoft.com/office/drawing/2014/main" id="{8283AF12-55CA-DE54-1AF9-AA6E3F662AC8}"/>
              </a:ext>
            </a:extLst>
          </p:cNvPr>
          <p:cNvCxnSpPr>
            <a:cxnSpLocks/>
          </p:cNvCxnSpPr>
          <p:nvPr/>
        </p:nvCxnSpPr>
        <p:spPr>
          <a:xfrm>
            <a:off x="10132842" y="1571594"/>
            <a:ext cx="0" cy="22419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2C13FC6-23B8-5B7D-9D8F-515E59AC0BB8}"/>
              </a:ext>
            </a:extLst>
          </p:cNvPr>
          <p:cNvCxnSpPr>
            <a:cxnSpLocks/>
          </p:cNvCxnSpPr>
          <p:nvPr/>
        </p:nvCxnSpPr>
        <p:spPr>
          <a:xfrm flipH="1" flipV="1">
            <a:off x="9642066" y="1559974"/>
            <a:ext cx="490776" cy="116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D1FB480-FEF4-E676-8E96-4F9A69F06310}"/>
              </a:ext>
            </a:extLst>
          </p:cNvPr>
          <p:cNvCxnSpPr>
            <a:cxnSpLocks/>
            <a:endCxn id="26" idx="3"/>
          </p:cNvCxnSpPr>
          <p:nvPr/>
        </p:nvCxnSpPr>
        <p:spPr>
          <a:xfrm flipH="1" flipV="1">
            <a:off x="6202645" y="1559975"/>
            <a:ext cx="2398469" cy="58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Flowchart: Decision 30">
            <a:extLst>
              <a:ext uri="{FF2B5EF4-FFF2-40B4-BE49-F238E27FC236}">
                <a16:creationId xmlns:a16="http://schemas.microsoft.com/office/drawing/2014/main" id="{81C0FDEF-AA7B-6DAA-128C-298ACBE298C4}"/>
              </a:ext>
            </a:extLst>
          </p:cNvPr>
          <p:cNvSpPr/>
          <p:nvPr/>
        </p:nvSpPr>
        <p:spPr>
          <a:xfrm>
            <a:off x="1858357" y="2466684"/>
            <a:ext cx="1040953" cy="67950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Manage</a:t>
            </a:r>
          </a:p>
        </p:txBody>
      </p:sp>
      <p:sp>
        <p:nvSpPr>
          <p:cNvPr id="32" name="Flowchart: Process 31">
            <a:extLst>
              <a:ext uri="{FF2B5EF4-FFF2-40B4-BE49-F238E27FC236}">
                <a16:creationId xmlns:a16="http://schemas.microsoft.com/office/drawing/2014/main" id="{A4DB44BC-8F87-0F86-F59D-52A855CA0DD7}"/>
              </a:ext>
            </a:extLst>
          </p:cNvPr>
          <p:cNvSpPr/>
          <p:nvPr/>
        </p:nvSpPr>
        <p:spPr>
          <a:xfrm>
            <a:off x="5319613" y="2643438"/>
            <a:ext cx="874644" cy="325999"/>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Booking</a:t>
            </a:r>
          </a:p>
        </p:txBody>
      </p:sp>
      <p:sp>
        <p:nvSpPr>
          <p:cNvPr id="33" name="Flowchart: Decision 32">
            <a:extLst>
              <a:ext uri="{FF2B5EF4-FFF2-40B4-BE49-F238E27FC236}">
                <a16:creationId xmlns:a16="http://schemas.microsoft.com/office/drawing/2014/main" id="{7207A3B7-C8CB-8AF1-23D8-3CE6551B9FFE}"/>
              </a:ext>
            </a:extLst>
          </p:cNvPr>
          <p:cNvSpPr/>
          <p:nvPr/>
        </p:nvSpPr>
        <p:spPr>
          <a:xfrm>
            <a:off x="9082415" y="2473384"/>
            <a:ext cx="1040953" cy="67950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Give</a:t>
            </a:r>
          </a:p>
        </p:txBody>
      </p:sp>
      <p:cxnSp>
        <p:nvCxnSpPr>
          <p:cNvPr id="34" name="Straight Connector 33">
            <a:extLst>
              <a:ext uri="{FF2B5EF4-FFF2-40B4-BE49-F238E27FC236}">
                <a16:creationId xmlns:a16="http://schemas.microsoft.com/office/drawing/2014/main" id="{E484E1CD-3927-BDB0-2664-22BEA769F956}"/>
              </a:ext>
            </a:extLst>
          </p:cNvPr>
          <p:cNvCxnSpPr>
            <a:cxnSpLocks/>
          </p:cNvCxnSpPr>
          <p:nvPr/>
        </p:nvCxnSpPr>
        <p:spPr>
          <a:xfrm>
            <a:off x="9618382" y="3132437"/>
            <a:ext cx="0" cy="6766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2B7F418-A256-1C04-E546-769AC13328C8}"/>
              </a:ext>
            </a:extLst>
          </p:cNvPr>
          <p:cNvCxnSpPr>
            <a:cxnSpLocks/>
            <a:endCxn id="32" idx="3"/>
          </p:cNvCxnSpPr>
          <p:nvPr/>
        </p:nvCxnSpPr>
        <p:spPr>
          <a:xfrm flipH="1" flipV="1">
            <a:off x="6194257" y="2806438"/>
            <a:ext cx="2903649" cy="67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D107027-56A1-65B9-FC1A-6CF07E789E3F}"/>
              </a:ext>
            </a:extLst>
          </p:cNvPr>
          <p:cNvCxnSpPr>
            <a:cxnSpLocks/>
            <a:stCxn id="45" idx="1"/>
            <a:endCxn id="43" idx="3"/>
          </p:cNvCxnSpPr>
          <p:nvPr/>
        </p:nvCxnSpPr>
        <p:spPr>
          <a:xfrm flipH="1">
            <a:off x="4020237" y="6518246"/>
            <a:ext cx="130776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Flowchart: Decision 36">
            <a:extLst>
              <a:ext uri="{FF2B5EF4-FFF2-40B4-BE49-F238E27FC236}">
                <a16:creationId xmlns:a16="http://schemas.microsoft.com/office/drawing/2014/main" id="{A66921D5-5381-F5A8-5247-E47E0B7067E3}"/>
              </a:ext>
            </a:extLst>
          </p:cNvPr>
          <p:cNvSpPr/>
          <p:nvPr/>
        </p:nvSpPr>
        <p:spPr>
          <a:xfrm>
            <a:off x="3416607" y="3701529"/>
            <a:ext cx="1040953" cy="67950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Manage</a:t>
            </a:r>
          </a:p>
        </p:txBody>
      </p:sp>
      <p:sp>
        <p:nvSpPr>
          <p:cNvPr id="38" name="Flowchart: Process 37">
            <a:extLst>
              <a:ext uri="{FF2B5EF4-FFF2-40B4-BE49-F238E27FC236}">
                <a16:creationId xmlns:a16="http://schemas.microsoft.com/office/drawing/2014/main" id="{104A01A9-A2E6-5168-A864-65CA6ED0EE68}"/>
              </a:ext>
            </a:extLst>
          </p:cNvPr>
          <p:cNvSpPr/>
          <p:nvPr/>
        </p:nvSpPr>
        <p:spPr>
          <a:xfrm>
            <a:off x="5319613" y="3870723"/>
            <a:ext cx="874644" cy="325999"/>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Payment</a:t>
            </a:r>
          </a:p>
        </p:txBody>
      </p:sp>
      <p:sp>
        <p:nvSpPr>
          <p:cNvPr id="39" name="Flowchart: Decision 38">
            <a:extLst>
              <a:ext uri="{FF2B5EF4-FFF2-40B4-BE49-F238E27FC236}">
                <a16:creationId xmlns:a16="http://schemas.microsoft.com/office/drawing/2014/main" id="{B9251D9D-DC86-98F7-CA4B-0EAF09A106DB}"/>
              </a:ext>
            </a:extLst>
          </p:cNvPr>
          <p:cNvSpPr/>
          <p:nvPr/>
        </p:nvSpPr>
        <p:spPr>
          <a:xfrm>
            <a:off x="7569624" y="3693968"/>
            <a:ext cx="1040953" cy="67950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Give</a:t>
            </a:r>
          </a:p>
        </p:txBody>
      </p:sp>
      <p:cxnSp>
        <p:nvCxnSpPr>
          <p:cNvPr id="40" name="Straight Connector 39">
            <a:extLst>
              <a:ext uri="{FF2B5EF4-FFF2-40B4-BE49-F238E27FC236}">
                <a16:creationId xmlns:a16="http://schemas.microsoft.com/office/drawing/2014/main" id="{6FC2B0E6-BE01-9532-79C2-FEA309DEEA0F}"/>
              </a:ext>
            </a:extLst>
          </p:cNvPr>
          <p:cNvCxnSpPr>
            <a:cxnSpLocks/>
          </p:cNvCxnSpPr>
          <p:nvPr/>
        </p:nvCxnSpPr>
        <p:spPr>
          <a:xfrm flipH="1">
            <a:off x="8592142" y="4033722"/>
            <a:ext cx="67513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DA11F28-A793-4A17-FED2-31BB103651F2}"/>
              </a:ext>
            </a:extLst>
          </p:cNvPr>
          <p:cNvCxnSpPr>
            <a:cxnSpLocks/>
            <a:stCxn id="39" idx="1"/>
          </p:cNvCxnSpPr>
          <p:nvPr/>
        </p:nvCxnSpPr>
        <p:spPr>
          <a:xfrm flipH="1">
            <a:off x="6202645" y="4033722"/>
            <a:ext cx="13669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EF394FB-04B6-C649-704C-6AF38C9F8BBA}"/>
              </a:ext>
            </a:extLst>
          </p:cNvPr>
          <p:cNvCxnSpPr>
            <a:cxnSpLocks/>
          </p:cNvCxnSpPr>
          <p:nvPr/>
        </p:nvCxnSpPr>
        <p:spPr>
          <a:xfrm>
            <a:off x="1660263" y="4219660"/>
            <a:ext cx="0" cy="22985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Flowchart: Decision 42">
            <a:extLst>
              <a:ext uri="{FF2B5EF4-FFF2-40B4-BE49-F238E27FC236}">
                <a16:creationId xmlns:a16="http://schemas.microsoft.com/office/drawing/2014/main" id="{E5FE980F-81C0-B741-870B-47D749144E93}"/>
              </a:ext>
            </a:extLst>
          </p:cNvPr>
          <p:cNvSpPr/>
          <p:nvPr/>
        </p:nvSpPr>
        <p:spPr>
          <a:xfrm>
            <a:off x="2979284" y="6178492"/>
            <a:ext cx="1040953" cy="67950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View</a:t>
            </a:r>
          </a:p>
        </p:txBody>
      </p:sp>
      <p:sp>
        <p:nvSpPr>
          <p:cNvPr id="44" name="Flowchart: Decision 43">
            <a:extLst>
              <a:ext uri="{FF2B5EF4-FFF2-40B4-BE49-F238E27FC236}">
                <a16:creationId xmlns:a16="http://schemas.microsoft.com/office/drawing/2014/main" id="{513619F7-C457-F5A4-16D6-1DC3F76F64B0}"/>
              </a:ext>
            </a:extLst>
          </p:cNvPr>
          <p:cNvSpPr/>
          <p:nvPr/>
        </p:nvSpPr>
        <p:spPr>
          <a:xfrm>
            <a:off x="7577415" y="6178492"/>
            <a:ext cx="1040953" cy="67950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Give</a:t>
            </a:r>
          </a:p>
        </p:txBody>
      </p:sp>
      <p:sp>
        <p:nvSpPr>
          <p:cNvPr id="45" name="Flowchart: Process 44">
            <a:extLst>
              <a:ext uri="{FF2B5EF4-FFF2-40B4-BE49-F238E27FC236}">
                <a16:creationId xmlns:a16="http://schemas.microsoft.com/office/drawing/2014/main" id="{260106D9-EAF0-F37D-2926-54E40456E4BD}"/>
              </a:ext>
            </a:extLst>
          </p:cNvPr>
          <p:cNvSpPr/>
          <p:nvPr/>
        </p:nvSpPr>
        <p:spPr>
          <a:xfrm>
            <a:off x="5328001" y="6355246"/>
            <a:ext cx="874644" cy="325999"/>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Feedback</a:t>
            </a:r>
          </a:p>
        </p:txBody>
      </p:sp>
      <p:cxnSp>
        <p:nvCxnSpPr>
          <p:cNvPr id="46" name="Straight Connector 45">
            <a:extLst>
              <a:ext uri="{FF2B5EF4-FFF2-40B4-BE49-F238E27FC236}">
                <a16:creationId xmlns:a16="http://schemas.microsoft.com/office/drawing/2014/main" id="{79A763A3-CEA8-4E94-CD53-C2B17E3BE26F}"/>
              </a:ext>
            </a:extLst>
          </p:cNvPr>
          <p:cNvCxnSpPr>
            <a:cxnSpLocks/>
          </p:cNvCxnSpPr>
          <p:nvPr/>
        </p:nvCxnSpPr>
        <p:spPr>
          <a:xfrm flipH="1">
            <a:off x="10272251" y="4219660"/>
            <a:ext cx="18673" cy="22985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F001299-9B08-F9F8-57BD-E3AD9A9E7D3A}"/>
              </a:ext>
            </a:extLst>
          </p:cNvPr>
          <p:cNvCxnSpPr>
            <a:cxnSpLocks/>
          </p:cNvCxnSpPr>
          <p:nvPr/>
        </p:nvCxnSpPr>
        <p:spPr>
          <a:xfrm flipH="1">
            <a:off x="8636273" y="6518246"/>
            <a:ext cx="16359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278A4BF-36CF-EDD4-DEC8-7C3C3F9872AA}"/>
              </a:ext>
            </a:extLst>
          </p:cNvPr>
          <p:cNvCxnSpPr>
            <a:cxnSpLocks/>
            <a:endCxn id="45" idx="3"/>
          </p:cNvCxnSpPr>
          <p:nvPr/>
        </p:nvCxnSpPr>
        <p:spPr>
          <a:xfrm flipH="1">
            <a:off x="6202645" y="6518246"/>
            <a:ext cx="13669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6F8BFC5-5E94-F43F-2792-B5B14489F732}"/>
              </a:ext>
            </a:extLst>
          </p:cNvPr>
          <p:cNvCxnSpPr>
            <a:cxnSpLocks/>
            <a:endCxn id="50" idx="1"/>
          </p:cNvCxnSpPr>
          <p:nvPr/>
        </p:nvCxnSpPr>
        <p:spPr>
          <a:xfrm>
            <a:off x="2187434" y="4233193"/>
            <a:ext cx="302431" cy="4065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3461F8A7-C951-8C70-17A5-7E7DD124FB76}"/>
              </a:ext>
            </a:extLst>
          </p:cNvPr>
          <p:cNvSpPr/>
          <p:nvPr/>
        </p:nvSpPr>
        <p:spPr>
          <a:xfrm>
            <a:off x="2370968" y="4593639"/>
            <a:ext cx="811877"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Admin_</a:t>
            </a:r>
          </a:p>
          <a:p>
            <a:pPr algn="ctr"/>
            <a:r>
              <a:rPr lang="en-IN" sz="800" dirty="0">
                <a:solidFill>
                  <a:schemeClr val="tx1"/>
                </a:solidFill>
                <a:latin typeface="Times New Roman" panose="02020603050405020304" pitchFamily="18" charset="0"/>
                <a:cs typeface="Times New Roman" panose="02020603050405020304" pitchFamily="18" charset="0"/>
              </a:rPr>
              <a:t>Password</a:t>
            </a:r>
          </a:p>
        </p:txBody>
      </p:sp>
      <p:sp>
        <p:nvSpPr>
          <p:cNvPr id="51" name="Oval 50">
            <a:extLst>
              <a:ext uri="{FF2B5EF4-FFF2-40B4-BE49-F238E27FC236}">
                <a16:creationId xmlns:a16="http://schemas.microsoft.com/office/drawing/2014/main" id="{81BA6F3F-09BC-8F50-CF18-4367E40A5C64}"/>
              </a:ext>
            </a:extLst>
          </p:cNvPr>
          <p:cNvSpPr/>
          <p:nvPr/>
        </p:nvSpPr>
        <p:spPr>
          <a:xfrm>
            <a:off x="1790623" y="4847257"/>
            <a:ext cx="811877"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Admin_</a:t>
            </a:r>
          </a:p>
          <a:p>
            <a:pPr algn="ctr"/>
            <a:r>
              <a:rPr lang="en-IN" sz="800" dirty="0">
                <a:solidFill>
                  <a:schemeClr val="tx1"/>
                </a:solidFill>
                <a:latin typeface="Times New Roman" panose="02020603050405020304" pitchFamily="18" charset="0"/>
                <a:cs typeface="Times New Roman" panose="02020603050405020304" pitchFamily="18" charset="0"/>
              </a:rPr>
              <a:t>Name</a:t>
            </a:r>
          </a:p>
        </p:txBody>
      </p:sp>
      <p:cxnSp>
        <p:nvCxnSpPr>
          <p:cNvPr id="52" name="Straight Connector 51">
            <a:extLst>
              <a:ext uri="{FF2B5EF4-FFF2-40B4-BE49-F238E27FC236}">
                <a16:creationId xmlns:a16="http://schemas.microsoft.com/office/drawing/2014/main" id="{CA26E738-557E-EC33-B124-D7502789D916}"/>
              </a:ext>
            </a:extLst>
          </p:cNvPr>
          <p:cNvCxnSpPr>
            <a:cxnSpLocks/>
          </p:cNvCxnSpPr>
          <p:nvPr/>
        </p:nvCxnSpPr>
        <p:spPr>
          <a:xfrm flipH="1">
            <a:off x="9814894" y="4233193"/>
            <a:ext cx="34275" cy="280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F9ACC35-8336-03BA-A5FF-70693A2BC821}"/>
              </a:ext>
            </a:extLst>
          </p:cNvPr>
          <p:cNvCxnSpPr>
            <a:cxnSpLocks/>
          </p:cNvCxnSpPr>
          <p:nvPr/>
        </p:nvCxnSpPr>
        <p:spPr>
          <a:xfrm flipH="1">
            <a:off x="9448001" y="4233193"/>
            <a:ext cx="152611" cy="7713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15B67103-8127-FAB2-3FF3-B180277D3D25}"/>
              </a:ext>
            </a:extLst>
          </p:cNvPr>
          <p:cNvSpPr/>
          <p:nvPr/>
        </p:nvSpPr>
        <p:spPr>
          <a:xfrm>
            <a:off x="5038292" y="4798100"/>
            <a:ext cx="874644"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Payment_</a:t>
            </a:r>
          </a:p>
          <a:p>
            <a:pPr algn="ctr"/>
            <a:r>
              <a:rPr lang="en-IN" sz="800" dirty="0">
                <a:solidFill>
                  <a:schemeClr val="tx1"/>
                </a:solidFill>
                <a:latin typeface="Times New Roman" panose="02020603050405020304" pitchFamily="18" charset="0"/>
                <a:cs typeface="Times New Roman" panose="02020603050405020304" pitchFamily="18" charset="0"/>
              </a:rPr>
              <a:t>Status</a:t>
            </a:r>
          </a:p>
        </p:txBody>
      </p:sp>
      <p:cxnSp>
        <p:nvCxnSpPr>
          <p:cNvPr id="55" name="Straight Connector 54">
            <a:extLst>
              <a:ext uri="{FF2B5EF4-FFF2-40B4-BE49-F238E27FC236}">
                <a16:creationId xmlns:a16="http://schemas.microsoft.com/office/drawing/2014/main" id="{99857DDE-EA4A-6B98-4A2F-757C5EB22F08}"/>
              </a:ext>
            </a:extLst>
          </p:cNvPr>
          <p:cNvCxnSpPr>
            <a:cxnSpLocks/>
            <a:endCxn id="54" idx="0"/>
          </p:cNvCxnSpPr>
          <p:nvPr/>
        </p:nvCxnSpPr>
        <p:spPr>
          <a:xfrm flipH="1">
            <a:off x="5475614" y="4199748"/>
            <a:ext cx="95545" cy="5983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5067F1E5-12C5-B08D-A8FC-5351A97F0921}"/>
              </a:ext>
            </a:extLst>
          </p:cNvPr>
          <p:cNvSpPr/>
          <p:nvPr/>
        </p:nvSpPr>
        <p:spPr>
          <a:xfrm>
            <a:off x="4695645" y="55268"/>
            <a:ext cx="811877"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u="sng" dirty="0">
                <a:solidFill>
                  <a:schemeClr val="tx1"/>
                </a:solidFill>
                <a:latin typeface="Times New Roman" panose="02020603050405020304" pitchFamily="18" charset="0"/>
                <a:cs typeface="Times New Roman" panose="02020603050405020304" pitchFamily="18" charset="0"/>
              </a:rPr>
              <a:t>contact_</a:t>
            </a:r>
          </a:p>
          <a:p>
            <a:pPr algn="ctr"/>
            <a:r>
              <a:rPr lang="en-IN" sz="800" u="sng" dirty="0">
                <a:solidFill>
                  <a:schemeClr val="tx1"/>
                </a:solidFill>
                <a:latin typeface="Times New Roman" panose="02020603050405020304" pitchFamily="18" charset="0"/>
                <a:cs typeface="Times New Roman" panose="02020603050405020304" pitchFamily="18" charset="0"/>
              </a:rPr>
              <a:t>Id</a:t>
            </a:r>
          </a:p>
        </p:txBody>
      </p:sp>
      <p:sp>
        <p:nvSpPr>
          <p:cNvPr id="57" name="Oval 56">
            <a:extLst>
              <a:ext uri="{FF2B5EF4-FFF2-40B4-BE49-F238E27FC236}">
                <a16:creationId xmlns:a16="http://schemas.microsoft.com/office/drawing/2014/main" id="{F25404DF-2290-C012-4E3A-D368AF0A3708}"/>
              </a:ext>
            </a:extLst>
          </p:cNvPr>
          <p:cNvSpPr/>
          <p:nvPr/>
        </p:nvSpPr>
        <p:spPr>
          <a:xfrm>
            <a:off x="6272673" y="26163"/>
            <a:ext cx="811877"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full_</a:t>
            </a:r>
          </a:p>
          <a:p>
            <a:pPr algn="ctr"/>
            <a:r>
              <a:rPr lang="en-IN" sz="800" dirty="0">
                <a:solidFill>
                  <a:schemeClr val="tx1"/>
                </a:solidFill>
                <a:latin typeface="Times New Roman" panose="02020603050405020304" pitchFamily="18" charset="0"/>
                <a:cs typeface="Times New Roman" panose="02020603050405020304" pitchFamily="18" charset="0"/>
              </a:rPr>
              <a:t>Name</a:t>
            </a:r>
          </a:p>
        </p:txBody>
      </p:sp>
      <p:sp>
        <p:nvSpPr>
          <p:cNvPr id="58" name="Oval 57">
            <a:extLst>
              <a:ext uri="{FF2B5EF4-FFF2-40B4-BE49-F238E27FC236}">
                <a16:creationId xmlns:a16="http://schemas.microsoft.com/office/drawing/2014/main" id="{20DF7CC7-AB3E-9AF0-467F-B198671CB410}"/>
              </a:ext>
            </a:extLst>
          </p:cNvPr>
          <p:cNvSpPr/>
          <p:nvPr/>
        </p:nvSpPr>
        <p:spPr>
          <a:xfrm>
            <a:off x="4624097" y="1931330"/>
            <a:ext cx="811877"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u="sng" dirty="0">
                <a:solidFill>
                  <a:schemeClr val="tx1"/>
                </a:solidFill>
                <a:latin typeface="Times New Roman" panose="02020603050405020304" pitchFamily="18" charset="0"/>
                <a:cs typeface="Times New Roman" panose="02020603050405020304" pitchFamily="18" charset="0"/>
              </a:rPr>
              <a:t>Package_</a:t>
            </a:r>
          </a:p>
          <a:p>
            <a:pPr algn="ctr"/>
            <a:r>
              <a:rPr lang="en-IN" sz="800" u="sng" dirty="0">
                <a:solidFill>
                  <a:schemeClr val="tx1"/>
                </a:solidFill>
                <a:latin typeface="Times New Roman" panose="02020603050405020304" pitchFamily="18" charset="0"/>
                <a:cs typeface="Times New Roman" panose="02020603050405020304" pitchFamily="18" charset="0"/>
              </a:rPr>
              <a:t>Id</a:t>
            </a:r>
          </a:p>
        </p:txBody>
      </p:sp>
      <p:sp>
        <p:nvSpPr>
          <p:cNvPr id="59" name="Oval 58">
            <a:extLst>
              <a:ext uri="{FF2B5EF4-FFF2-40B4-BE49-F238E27FC236}">
                <a16:creationId xmlns:a16="http://schemas.microsoft.com/office/drawing/2014/main" id="{496C75C1-56B2-1C18-39A1-FFF71BD0224A}"/>
              </a:ext>
            </a:extLst>
          </p:cNvPr>
          <p:cNvSpPr/>
          <p:nvPr/>
        </p:nvSpPr>
        <p:spPr>
          <a:xfrm>
            <a:off x="6188722" y="1939581"/>
            <a:ext cx="811877"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Price</a:t>
            </a:r>
          </a:p>
        </p:txBody>
      </p:sp>
      <p:sp>
        <p:nvSpPr>
          <p:cNvPr id="60" name="Oval 59">
            <a:extLst>
              <a:ext uri="{FF2B5EF4-FFF2-40B4-BE49-F238E27FC236}">
                <a16:creationId xmlns:a16="http://schemas.microsoft.com/office/drawing/2014/main" id="{06EDEB3D-DC64-BD59-1B7B-960531CCBFAE}"/>
              </a:ext>
            </a:extLst>
          </p:cNvPr>
          <p:cNvSpPr/>
          <p:nvPr/>
        </p:nvSpPr>
        <p:spPr>
          <a:xfrm>
            <a:off x="5384676" y="2082883"/>
            <a:ext cx="811877"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Package_</a:t>
            </a:r>
          </a:p>
          <a:p>
            <a:pPr algn="ctr"/>
            <a:r>
              <a:rPr lang="en-IN" sz="800" dirty="0">
                <a:solidFill>
                  <a:schemeClr val="tx1"/>
                </a:solidFill>
                <a:latin typeface="Times New Roman" panose="02020603050405020304" pitchFamily="18" charset="0"/>
                <a:cs typeface="Times New Roman" panose="02020603050405020304" pitchFamily="18" charset="0"/>
              </a:rPr>
              <a:t>Name</a:t>
            </a:r>
          </a:p>
        </p:txBody>
      </p:sp>
      <p:sp>
        <p:nvSpPr>
          <p:cNvPr id="61" name="Oval 60">
            <a:extLst>
              <a:ext uri="{FF2B5EF4-FFF2-40B4-BE49-F238E27FC236}">
                <a16:creationId xmlns:a16="http://schemas.microsoft.com/office/drawing/2014/main" id="{B6FE6D8E-8164-770F-DD9B-CF7EA05D442D}"/>
              </a:ext>
            </a:extLst>
          </p:cNvPr>
          <p:cNvSpPr/>
          <p:nvPr/>
        </p:nvSpPr>
        <p:spPr>
          <a:xfrm>
            <a:off x="4624097" y="3330126"/>
            <a:ext cx="844519"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u="sng" dirty="0" err="1">
                <a:solidFill>
                  <a:schemeClr val="tx1"/>
                </a:solidFill>
                <a:latin typeface="Times New Roman" panose="02020603050405020304" pitchFamily="18" charset="0"/>
                <a:cs typeface="Times New Roman" panose="02020603050405020304" pitchFamily="18" charset="0"/>
              </a:rPr>
              <a:t>Booking_Id</a:t>
            </a:r>
            <a:endParaRPr lang="en-IN" sz="800" u="sng" dirty="0">
              <a:solidFill>
                <a:schemeClr val="tx1"/>
              </a:solidFill>
              <a:latin typeface="Times New Roman" panose="02020603050405020304" pitchFamily="18" charset="0"/>
              <a:cs typeface="Times New Roman" panose="02020603050405020304" pitchFamily="18" charset="0"/>
            </a:endParaRPr>
          </a:p>
        </p:txBody>
      </p:sp>
      <p:sp>
        <p:nvSpPr>
          <p:cNvPr id="62" name="Oval 61">
            <a:extLst>
              <a:ext uri="{FF2B5EF4-FFF2-40B4-BE49-F238E27FC236}">
                <a16:creationId xmlns:a16="http://schemas.microsoft.com/office/drawing/2014/main" id="{5972ECEA-D889-65B5-3DD3-061D263FD87B}"/>
              </a:ext>
            </a:extLst>
          </p:cNvPr>
          <p:cNvSpPr/>
          <p:nvPr/>
        </p:nvSpPr>
        <p:spPr>
          <a:xfrm>
            <a:off x="6124147" y="3302634"/>
            <a:ext cx="844517"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Booking_</a:t>
            </a:r>
          </a:p>
          <a:p>
            <a:pPr algn="ctr"/>
            <a:r>
              <a:rPr lang="en-IN" sz="800" dirty="0">
                <a:solidFill>
                  <a:schemeClr val="tx1"/>
                </a:solidFill>
                <a:latin typeface="Times New Roman" panose="02020603050405020304" pitchFamily="18" charset="0"/>
                <a:cs typeface="Times New Roman" panose="02020603050405020304" pitchFamily="18" charset="0"/>
              </a:rPr>
              <a:t>Date</a:t>
            </a:r>
          </a:p>
        </p:txBody>
      </p:sp>
      <p:cxnSp>
        <p:nvCxnSpPr>
          <p:cNvPr id="63" name="Straight Connector 62">
            <a:extLst>
              <a:ext uri="{FF2B5EF4-FFF2-40B4-BE49-F238E27FC236}">
                <a16:creationId xmlns:a16="http://schemas.microsoft.com/office/drawing/2014/main" id="{6CD364B9-5B27-446B-9212-2CE0E6C17185}"/>
              </a:ext>
            </a:extLst>
          </p:cNvPr>
          <p:cNvCxnSpPr>
            <a:cxnSpLocks/>
            <a:stCxn id="57" idx="4"/>
          </p:cNvCxnSpPr>
          <p:nvPr/>
        </p:nvCxnSpPr>
        <p:spPr>
          <a:xfrm flipH="1">
            <a:off x="6034452" y="340716"/>
            <a:ext cx="644160" cy="379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293FF09-7BE4-730E-13C4-BDEFE04E09B2}"/>
              </a:ext>
            </a:extLst>
          </p:cNvPr>
          <p:cNvCxnSpPr>
            <a:cxnSpLocks/>
            <a:stCxn id="56" idx="4"/>
            <a:endCxn id="21" idx="0"/>
          </p:cNvCxnSpPr>
          <p:nvPr/>
        </p:nvCxnSpPr>
        <p:spPr>
          <a:xfrm>
            <a:off x="5101584" y="369821"/>
            <a:ext cx="655352" cy="3507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43E3C58-3F3F-99B8-6FB1-8152553895B5}"/>
              </a:ext>
            </a:extLst>
          </p:cNvPr>
          <p:cNvCxnSpPr>
            <a:cxnSpLocks/>
            <a:endCxn id="60" idx="0"/>
          </p:cNvCxnSpPr>
          <p:nvPr/>
        </p:nvCxnSpPr>
        <p:spPr>
          <a:xfrm>
            <a:off x="5783012" y="1732339"/>
            <a:ext cx="7603" cy="3505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7FE13B2-357F-2341-F889-C82038BF42DB}"/>
              </a:ext>
            </a:extLst>
          </p:cNvPr>
          <p:cNvCxnSpPr>
            <a:cxnSpLocks/>
            <a:endCxn id="58" idx="0"/>
          </p:cNvCxnSpPr>
          <p:nvPr/>
        </p:nvCxnSpPr>
        <p:spPr>
          <a:xfrm flipH="1">
            <a:off x="5030036" y="1716751"/>
            <a:ext cx="438580" cy="2145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BBD5179-47CF-3028-DBE7-7E5A9722D121}"/>
              </a:ext>
            </a:extLst>
          </p:cNvPr>
          <p:cNvCxnSpPr>
            <a:cxnSpLocks/>
          </p:cNvCxnSpPr>
          <p:nvPr/>
        </p:nvCxnSpPr>
        <p:spPr>
          <a:xfrm flipH="1">
            <a:off x="5072763" y="2965699"/>
            <a:ext cx="420788" cy="3644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A20B166-D7FB-3C4E-11B5-7F2F0F84186B}"/>
              </a:ext>
            </a:extLst>
          </p:cNvPr>
          <p:cNvCxnSpPr>
            <a:cxnSpLocks/>
            <a:endCxn id="59" idx="0"/>
          </p:cNvCxnSpPr>
          <p:nvPr/>
        </p:nvCxnSpPr>
        <p:spPr>
          <a:xfrm>
            <a:off x="6040966" y="1719183"/>
            <a:ext cx="553695" cy="2203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57E89D04-2DFB-7BF3-CE08-CD7D8D07B96B}"/>
              </a:ext>
            </a:extLst>
          </p:cNvPr>
          <p:cNvSpPr/>
          <p:nvPr/>
        </p:nvSpPr>
        <p:spPr>
          <a:xfrm>
            <a:off x="4557536" y="5757650"/>
            <a:ext cx="911080"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u="sng" dirty="0" err="1">
                <a:solidFill>
                  <a:schemeClr val="tx1"/>
                </a:solidFill>
                <a:latin typeface="Times New Roman" panose="02020603050405020304" pitchFamily="18" charset="0"/>
                <a:cs typeface="Times New Roman" panose="02020603050405020304" pitchFamily="18" charset="0"/>
              </a:rPr>
              <a:t>Feedback_Id</a:t>
            </a:r>
            <a:endParaRPr lang="en-IN" sz="800" u="sng" dirty="0">
              <a:solidFill>
                <a:schemeClr val="tx1"/>
              </a:solidFill>
              <a:latin typeface="Times New Roman" panose="02020603050405020304" pitchFamily="18" charset="0"/>
              <a:cs typeface="Times New Roman" panose="02020603050405020304" pitchFamily="18" charset="0"/>
            </a:endParaRPr>
          </a:p>
        </p:txBody>
      </p:sp>
      <p:sp>
        <p:nvSpPr>
          <p:cNvPr id="70" name="Oval 69">
            <a:extLst>
              <a:ext uri="{FF2B5EF4-FFF2-40B4-BE49-F238E27FC236}">
                <a16:creationId xmlns:a16="http://schemas.microsoft.com/office/drawing/2014/main" id="{56DDCD93-07DB-7F11-BE8A-8AB087C8F114}"/>
              </a:ext>
            </a:extLst>
          </p:cNvPr>
          <p:cNvSpPr/>
          <p:nvPr/>
        </p:nvSpPr>
        <p:spPr>
          <a:xfrm>
            <a:off x="5435974" y="5584327"/>
            <a:ext cx="743636"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User_</a:t>
            </a:r>
          </a:p>
          <a:p>
            <a:pPr algn="ctr"/>
            <a:r>
              <a:rPr lang="en-IN" sz="800" dirty="0">
                <a:solidFill>
                  <a:schemeClr val="tx1"/>
                </a:solidFill>
                <a:latin typeface="Times New Roman" panose="02020603050405020304" pitchFamily="18" charset="0"/>
                <a:cs typeface="Times New Roman" panose="02020603050405020304" pitchFamily="18" charset="0"/>
              </a:rPr>
              <a:t>name</a:t>
            </a:r>
          </a:p>
        </p:txBody>
      </p:sp>
      <p:sp>
        <p:nvSpPr>
          <p:cNvPr id="71" name="Oval 70">
            <a:extLst>
              <a:ext uri="{FF2B5EF4-FFF2-40B4-BE49-F238E27FC236}">
                <a16:creationId xmlns:a16="http://schemas.microsoft.com/office/drawing/2014/main" id="{BC8792E8-BA4B-2FDB-8F59-591349E14E16}"/>
              </a:ext>
            </a:extLst>
          </p:cNvPr>
          <p:cNvSpPr/>
          <p:nvPr/>
        </p:nvSpPr>
        <p:spPr>
          <a:xfrm>
            <a:off x="6151770" y="5751617"/>
            <a:ext cx="885779"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Email</a:t>
            </a:r>
          </a:p>
        </p:txBody>
      </p:sp>
      <p:cxnSp>
        <p:nvCxnSpPr>
          <p:cNvPr id="72" name="Straight Connector 71">
            <a:extLst>
              <a:ext uri="{FF2B5EF4-FFF2-40B4-BE49-F238E27FC236}">
                <a16:creationId xmlns:a16="http://schemas.microsoft.com/office/drawing/2014/main" id="{5A1BFDCF-8C79-54B4-E06A-0EF4DA6D9FF7}"/>
              </a:ext>
            </a:extLst>
          </p:cNvPr>
          <p:cNvCxnSpPr>
            <a:cxnSpLocks/>
          </p:cNvCxnSpPr>
          <p:nvPr/>
        </p:nvCxnSpPr>
        <p:spPr>
          <a:xfrm flipH="1">
            <a:off x="6039929" y="6048592"/>
            <a:ext cx="349869" cy="3066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398C957-E1EA-32C6-336C-5A59F5C88692}"/>
              </a:ext>
            </a:extLst>
          </p:cNvPr>
          <p:cNvCxnSpPr>
            <a:cxnSpLocks/>
            <a:endCxn id="45" idx="0"/>
          </p:cNvCxnSpPr>
          <p:nvPr/>
        </p:nvCxnSpPr>
        <p:spPr>
          <a:xfrm flipH="1">
            <a:off x="5765323" y="5898880"/>
            <a:ext cx="22178" cy="4563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46546BB1-0DD5-6115-863F-D92F2862A1E9}"/>
              </a:ext>
            </a:extLst>
          </p:cNvPr>
          <p:cNvCxnSpPr>
            <a:cxnSpLocks/>
          </p:cNvCxnSpPr>
          <p:nvPr/>
        </p:nvCxnSpPr>
        <p:spPr>
          <a:xfrm>
            <a:off x="5128849" y="6061074"/>
            <a:ext cx="234393" cy="2941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08ECD5D5-71E0-F9A9-C93A-417493CED870}"/>
              </a:ext>
            </a:extLst>
          </p:cNvPr>
          <p:cNvSpPr/>
          <p:nvPr/>
        </p:nvSpPr>
        <p:spPr>
          <a:xfrm>
            <a:off x="8095755" y="4360463"/>
            <a:ext cx="811877"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u="sng" dirty="0">
                <a:solidFill>
                  <a:schemeClr val="tx1"/>
                </a:solidFill>
                <a:latin typeface="Times New Roman" panose="02020603050405020304" pitchFamily="18" charset="0"/>
                <a:cs typeface="Times New Roman" panose="02020603050405020304" pitchFamily="18" charset="0"/>
              </a:rPr>
              <a:t>User_</a:t>
            </a:r>
          </a:p>
          <a:p>
            <a:pPr algn="ctr"/>
            <a:r>
              <a:rPr lang="en-IN" sz="800" u="sng" dirty="0">
                <a:solidFill>
                  <a:schemeClr val="tx1"/>
                </a:solidFill>
                <a:latin typeface="Times New Roman" panose="02020603050405020304" pitchFamily="18" charset="0"/>
                <a:cs typeface="Times New Roman" panose="02020603050405020304" pitchFamily="18" charset="0"/>
              </a:rPr>
              <a:t>Id</a:t>
            </a:r>
          </a:p>
        </p:txBody>
      </p:sp>
      <p:sp>
        <p:nvSpPr>
          <p:cNvPr id="76" name="Oval 75">
            <a:extLst>
              <a:ext uri="{FF2B5EF4-FFF2-40B4-BE49-F238E27FC236}">
                <a16:creationId xmlns:a16="http://schemas.microsoft.com/office/drawing/2014/main" id="{E32BF8B5-A512-7F6D-09FB-D25C2E6DF7B2}"/>
              </a:ext>
            </a:extLst>
          </p:cNvPr>
          <p:cNvSpPr/>
          <p:nvPr/>
        </p:nvSpPr>
        <p:spPr>
          <a:xfrm>
            <a:off x="8535973" y="4671617"/>
            <a:ext cx="811877"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User_</a:t>
            </a:r>
          </a:p>
          <a:p>
            <a:pPr algn="ctr"/>
            <a:r>
              <a:rPr lang="en-IN" sz="800" dirty="0">
                <a:solidFill>
                  <a:schemeClr val="tx1"/>
                </a:solidFill>
                <a:latin typeface="Times New Roman" panose="02020603050405020304" pitchFamily="18" charset="0"/>
                <a:cs typeface="Times New Roman" panose="02020603050405020304" pitchFamily="18" charset="0"/>
              </a:rPr>
              <a:t>Password</a:t>
            </a:r>
          </a:p>
        </p:txBody>
      </p:sp>
      <p:sp>
        <p:nvSpPr>
          <p:cNvPr id="77" name="Oval 76">
            <a:extLst>
              <a:ext uri="{FF2B5EF4-FFF2-40B4-BE49-F238E27FC236}">
                <a16:creationId xmlns:a16="http://schemas.microsoft.com/office/drawing/2014/main" id="{B4A5A084-F7D8-34E2-250C-8668DC9E04AD}"/>
              </a:ext>
            </a:extLst>
          </p:cNvPr>
          <p:cNvSpPr/>
          <p:nvPr/>
        </p:nvSpPr>
        <p:spPr>
          <a:xfrm>
            <a:off x="9124248" y="4943213"/>
            <a:ext cx="811877"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User_</a:t>
            </a:r>
          </a:p>
          <a:p>
            <a:pPr algn="ctr"/>
            <a:r>
              <a:rPr lang="en-IN" sz="800" dirty="0">
                <a:solidFill>
                  <a:schemeClr val="tx1"/>
                </a:solidFill>
                <a:latin typeface="Times New Roman" panose="02020603050405020304" pitchFamily="18" charset="0"/>
                <a:cs typeface="Times New Roman" panose="02020603050405020304" pitchFamily="18" charset="0"/>
              </a:rPr>
              <a:t>Email</a:t>
            </a:r>
          </a:p>
        </p:txBody>
      </p:sp>
      <p:sp>
        <p:nvSpPr>
          <p:cNvPr id="78" name="Oval 77">
            <a:extLst>
              <a:ext uri="{FF2B5EF4-FFF2-40B4-BE49-F238E27FC236}">
                <a16:creationId xmlns:a16="http://schemas.microsoft.com/office/drawing/2014/main" id="{D614DE1D-6649-0F4A-E734-FA638F76444B}"/>
              </a:ext>
            </a:extLst>
          </p:cNvPr>
          <p:cNvSpPr/>
          <p:nvPr/>
        </p:nvSpPr>
        <p:spPr>
          <a:xfrm>
            <a:off x="9426094" y="4466432"/>
            <a:ext cx="811877"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User_</a:t>
            </a:r>
          </a:p>
          <a:p>
            <a:pPr algn="ctr"/>
            <a:r>
              <a:rPr lang="en-IN" sz="800" dirty="0">
                <a:solidFill>
                  <a:schemeClr val="tx1"/>
                </a:solidFill>
                <a:latin typeface="Times New Roman" panose="02020603050405020304" pitchFamily="18" charset="0"/>
                <a:cs typeface="Times New Roman" panose="02020603050405020304" pitchFamily="18" charset="0"/>
              </a:rPr>
              <a:t>Phone</a:t>
            </a:r>
          </a:p>
        </p:txBody>
      </p:sp>
      <p:cxnSp>
        <p:nvCxnSpPr>
          <p:cNvPr id="79" name="Straight Connector 78">
            <a:extLst>
              <a:ext uri="{FF2B5EF4-FFF2-40B4-BE49-F238E27FC236}">
                <a16:creationId xmlns:a16="http://schemas.microsoft.com/office/drawing/2014/main" id="{A2C67392-EA18-1B69-B238-57CEE0B34701}"/>
              </a:ext>
            </a:extLst>
          </p:cNvPr>
          <p:cNvCxnSpPr>
            <a:cxnSpLocks/>
            <a:endCxn id="83" idx="1"/>
          </p:cNvCxnSpPr>
          <p:nvPr/>
        </p:nvCxnSpPr>
        <p:spPr>
          <a:xfrm>
            <a:off x="5705337" y="4199002"/>
            <a:ext cx="127304" cy="4020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640A0DB-2F4D-0BF6-14B4-E39E4256B1E1}"/>
              </a:ext>
            </a:extLst>
          </p:cNvPr>
          <p:cNvCxnSpPr>
            <a:cxnSpLocks/>
          </p:cNvCxnSpPr>
          <p:nvPr/>
        </p:nvCxnSpPr>
        <p:spPr>
          <a:xfrm flipH="1">
            <a:off x="5115600" y="4190801"/>
            <a:ext cx="279332" cy="3666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DBF86053-6392-DC83-7934-347E6A7ADDF3}"/>
              </a:ext>
            </a:extLst>
          </p:cNvPr>
          <p:cNvCxnSpPr>
            <a:cxnSpLocks/>
            <a:endCxn id="84" idx="1"/>
          </p:cNvCxnSpPr>
          <p:nvPr/>
        </p:nvCxnSpPr>
        <p:spPr>
          <a:xfrm>
            <a:off x="5965588" y="4199891"/>
            <a:ext cx="435174" cy="1474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E3EE5875-C964-6CF8-6F2B-A649775E802A}"/>
              </a:ext>
            </a:extLst>
          </p:cNvPr>
          <p:cNvSpPr/>
          <p:nvPr/>
        </p:nvSpPr>
        <p:spPr>
          <a:xfrm>
            <a:off x="4573053" y="4498855"/>
            <a:ext cx="874644" cy="314553"/>
          </a:xfrm>
          <a:prstGeom prst="ellipse">
            <a:avLst/>
          </a:prstGeom>
          <a:noFill/>
          <a:ln>
            <a:solidFill>
              <a:schemeClr val="tx1"/>
            </a:solidFill>
            <a:prstDash val="sysDot"/>
            <a:extLst>
              <a:ext uri="{C807C97D-BFC1-408E-A445-0C87EB9F89A2}">
                <ask:lineSketchStyleProps xmlns:ask="http://schemas.microsoft.com/office/drawing/2018/sketchyshapes" sd="1219033472">
                  <a:custGeom>
                    <a:avLst/>
                    <a:gdLst>
                      <a:gd name="connsiteX0" fmla="*/ 0 w 874644"/>
                      <a:gd name="connsiteY0" fmla="*/ 157277 h 314553"/>
                      <a:gd name="connsiteX1" fmla="*/ 437322 w 874644"/>
                      <a:gd name="connsiteY1" fmla="*/ 0 h 314553"/>
                      <a:gd name="connsiteX2" fmla="*/ 874644 w 874644"/>
                      <a:gd name="connsiteY2" fmla="*/ 157277 h 314553"/>
                      <a:gd name="connsiteX3" fmla="*/ 437322 w 874644"/>
                      <a:gd name="connsiteY3" fmla="*/ 314554 h 314553"/>
                      <a:gd name="connsiteX4" fmla="*/ 0 w 874644"/>
                      <a:gd name="connsiteY4" fmla="*/ 157277 h 314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644" h="314553" fill="none" extrusionOk="0">
                        <a:moveTo>
                          <a:pt x="0" y="157277"/>
                        </a:moveTo>
                        <a:cubicBezTo>
                          <a:pt x="30926" y="74084"/>
                          <a:pt x="199261" y="-7130"/>
                          <a:pt x="437322" y="0"/>
                        </a:cubicBezTo>
                        <a:cubicBezTo>
                          <a:pt x="655570" y="-3565"/>
                          <a:pt x="855998" y="87970"/>
                          <a:pt x="874644" y="157277"/>
                        </a:cubicBezTo>
                        <a:cubicBezTo>
                          <a:pt x="869980" y="199664"/>
                          <a:pt x="660365" y="340240"/>
                          <a:pt x="437322" y="314554"/>
                        </a:cubicBezTo>
                        <a:cubicBezTo>
                          <a:pt x="211775" y="323500"/>
                          <a:pt x="23375" y="249759"/>
                          <a:pt x="0" y="157277"/>
                        </a:cubicBezTo>
                        <a:close/>
                      </a:path>
                      <a:path w="874644" h="314553" stroke="0" extrusionOk="0">
                        <a:moveTo>
                          <a:pt x="0" y="157277"/>
                        </a:moveTo>
                        <a:cubicBezTo>
                          <a:pt x="-44347" y="43061"/>
                          <a:pt x="173010" y="8552"/>
                          <a:pt x="437322" y="0"/>
                        </a:cubicBezTo>
                        <a:cubicBezTo>
                          <a:pt x="687493" y="1820"/>
                          <a:pt x="854969" y="71041"/>
                          <a:pt x="874644" y="157277"/>
                        </a:cubicBezTo>
                        <a:cubicBezTo>
                          <a:pt x="864211" y="254327"/>
                          <a:pt x="677235" y="323469"/>
                          <a:pt x="437322" y="314554"/>
                        </a:cubicBezTo>
                        <a:cubicBezTo>
                          <a:pt x="193773" y="313447"/>
                          <a:pt x="1759" y="244979"/>
                          <a:pt x="0" y="157277"/>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User_</a:t>
            </a:r>
          </a:p>
          <a:p>
            <a:pPr algn="ctr"/>
            <a:r>
              <a:rPr lang="en-IN" sz="800" dirty="0">
                <a:solidFill>
                  <a:schemeClr val="tx1"/>
                </a:solidFill>
                <a:latin typeface="Times New Roman" panose="02020603050405020304" pitchFamily="18" charset="0"/>
                <a:cs typeface="Times New Roman" panose="02020603050405020304" pitchFamily="18" charset="0"/>
              </a:rPr>
              <a:t>Id</a:t>
            </a:r>
          </a:p>
        </p:txBody>
      </p:sp>
      <p:sp>
        <p:nvSpPr>
          <p:cNvPr id="83" name="Oval 82">
            <a:extLst>
              <a:ext uri="{FF2B5EF4-FFF2-40B4-BE49-F238E27FC236}">
                <a16:creationId xmlns:a16="http://schemas.microsoft.com/office/drawing/2014/main" id="{21D59B6A-D994-8D4B-2E87-1458F0212A5D}"/>
              </a:ext>
            </a:extLst>
          </p:cNvPr>
          <p:cNvSpPr/>
          <p:nvPr/>
        </p:nvSpPr>
        <p:spPr>
          <a:xfrm>
            <a:off x="5704552" y="4554958"/>
            <a:ext cx="874644"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Card</a:t>
            </a:r>
          </a:p>
          <a:p>
            <a:pPr algn="ctr"/>
            <a:r>
              <a:rPr lang="en-IN" sz="800" dirty="0">
                <a:solidFill>
                  <a:schemeClr val="tx1"/>
                </a:solidFill>
                <a:latin typeface="Times New Roman" panose="02020603050405020304" pitchFamily="18" charset="0"/>
                <a:cs typeface="Times New Roman" panose="02020603050405020304" pitchFamily="18" charset="0"/>
              </a:rPr>
              <a:t>number</a:t>
            </a:r>
          </a:p>
        </p:txBody>
      </p:sp>
      <p:sp>
        <p:nvSpPr>
          <p:cNvPr id="84" name="Oval 83">
            <a:extLst>
              <a:ext uri="{FF2B5EF4-FFF2-40B4-BE49-F238E27FC236}">
                <a16:creationId xmlns:a16="http://schemas.microsoft.com/office/drawing/2014/main" id="{E7CD12A5-7C54-D6F7-77A0-5F4688C8D84C}"/>
              </a:ext>
            </a:extLst>
          </p:cNvPr>
          <p:cNvSpPr/>
          <p:nvPr/>
        </p:nvSpPr>
        <p:spPr>
          <a:xfrm>
            <a:off x="6272673" y="4301239"/>
            <a:ext cx="874644"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city</a:t>
            </a:r>
          </a:p>
        </p:txBody>
      </p:sp>
      <p:sp>
        <p:nvSpPr>
          <p:cNvPr id="85" name="Oval 84">
            <a:extLst>
              <a:ext uri="{FF2B5EF4-FFF2-40B4-BE49-F238E27FC236}">
                <a16:creationId xmlns:a16="http://schemas.microsoft.com/office/drawing/2014/main" id="{4002745E-E9ED-AF80-73A7-E510892787C9}"/>
              </a:ext>
            </a:extLst>
          </p:cNvPr>
          <p:cNvSpPr/>
          <p:nvPr/>
        </p:nvSpPr>
        <p:spPr>
          <a:xfrm>
            <a:off x="5493551" y="159552"/>
            <a:ext cx="811877" cy="314553"/>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Email</a:t>
            </a:r>
          </a:p>
        </p:txBody>
      </p:sp>
      <p:cxnSp>
        <p:nvCxnSpPr>
          <p:cNvPr id="86" name="Straight Connector 85">
            <a:extLst>
              <a:ext uri="{FF2B5EF4-FFF2-40B4-BE49-F238E27FC236}">
                <a16:creationId xmlns:a16="http://schemas.microsoft.com/office/drawing/2014/main" id="{ADD88437-9877-77B2-EDCE-7AD70166A0A4}"/>
              </a:ext>
            </a:extLst>
          </p:cNvPr>
          <p:cNvCxnSpPr>
            <a:cxnSpLocks/>
          </p:cNvCxnSpPr>
          <p:nvPr/>
        </p:nvCxnSpPr>
        <p:spPr>
          <a:xfrm>
            <a:off x="5882907" y="484542"/>
            <a:ext cx="16582" cy="2360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Oval 86">
            <a:extLst>
              <a:ext uri="{FF2B5EF4-FFF2-40B4-BE49-F238E27FC236}">
                <a16:creationId xmlns:a16="http://schemas.microsoft.com/office/drawing/2014/main" id="{5649E17C-DDEF-E8C2-9961-137FF8E77859}"/>
              </a:ext>
            </a:extLst>
          </p:cNvPr>
          <p:cNvSpPr/>
          <p:nvPr/>
        </p:nvSpPr>
        <p:spPr>
          <a:xfrm>
            <a:off x="5380190" y="3494279"/>
            <a:ext cx="874644" cy="314553"/>
          </a:xfrm>
          <a:prstGeom prst="ellipse">
            <a:avLst/>
          </a:prstGeom>
          <a:noFill/>
          <a:ln>
            <a:solidFill>
              <a:schemeClr val="tx1"/>
            </a:solidFill>
            <a:prstDash val="sysDot"/>
            <a:extLst>
              <a:ext uri="{C807C97D-BFC1-408E-A445-0C87EB9F89A2}">
                <ask:lineSketchStyleProps xmlns:ask="http://schemas.microsoft.com/office/drawing/2018/sketchyshapes" sd="1219033472">
                  <a:custGeom>
                    <a:avLst/>
                    <a:gdLst>
                      <a:gd name="connsiteX0" fmla="*/ 0 w 874644"/>
                      <a:gd name="connsiteY0" fmla="*/ 157277 h 314553"/>
                      <a:gd name="connsiteX1" fmla="*/ 437322 w 874644"/>
                      <a:gd name="connsiteY1" fmla="*/ 0 h 314553"/>
                      <a:gd name="connsiteX2" fmla="*/ 874644 w 874644"/>
                      <a:gd name="connsiteY2" fmla="*/ 157277 h 314553"/>
                      <a:gd name="connsiteX3" fmla="*/ 437322 w 874644"/>
                      <a:gd name="connsiteY3" fmla="*/ 314554 h 314553"/>
                      <a:gd name="connsiteX4" fmla="*/ 0 w 874644"/>
                      <a:gd name="connsiteY4" fmla="*/ 157277 h 314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644" h="314553" fill="none" extrusionOk="0">
                        <a:moveTo>
                          <a:pt x="0" y="157277"/>
                        </a:moveTo>
                        <a:cubicBezTo>
                          <a:pt x="30926" y="74084"/>
                          <a:pt x="199261" y="-7130"/>
                          <a:pt x="437322" y="0"/>
                        </a:cubicBezTo>
                        <a:cubicBezTo>
                          <a:pt x="655570" y="-3565"/>
                          <a:pt x="855998" y="87970"/>
                          <a:pt x="874644" y="157277"/>
                        </a:cubicBezTo>
                        <a:cubicBezTo>
                          <a:pt x="869980" y="199664"/>
                          <a:pt x="660365" y="340240"/>
                          <a:pt x="437322" y="314554"/>
                        </a:cubicBezTo>
                        <a:cubicBezTo>
                          <a:pt x="211775" y="323500"/>
                          <a:pt x="23375" y="249759"/>
                          <a:pt x="0" y="157277"/>
                        </a:cubicBezTo>
                        <a:close/>
                      </a:path>
                      <a:path w="874644" h="314553" stroke="0" extrusionOk="0">
                        <a:moveTo>
                          <a:pt x="0" y="157277"/>
                        </a:moveTo>
                        <a:cubicBezTo>
                          <a:pt x="-44347" y="43061"/>
                          <a:pt x="173010" y="8552"/>
                          <a:pt x="437322" y="0"/>
                        </a:cubicBezTo>
                        <a:cubicBezTo>
                          <a:pt x="687493" y="1820"/>
                          <a:pt x="854969" y="71041"/>
                          <a:pt x="874644" y="157277"/>
                        </a:cubicBezTo>
                        <a:cubicBezTo>
                          <a:pt x="864211" y="254327"/>
                          <a:pt x="677235" y="323469"/>
                          <a:pt x="437322" y="314554"/>
                        </a:cubicBezTo>
                        <a:cubicBezTo>
                          <a:pt x="193773" y="313447"/>
                          <a:pt x="1759" y="244979"/>
                          <a:pt x="0" y="157277"/>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800" dirty="0">
                <a:solidFill>
                  <a:schemeClr val="tx1"/>
                </a:solidFill>
                <a:latin typeface="Times New Roman" panose="02020603050405020304" pitchFamily="18" charset="0"/>
                <a:cs typeface="Times New Roman" panose="02020603050405020304" pitchFamily="18" charset="0"/>
              </a:rPr>
              <a:t>User_</a:t>
            </a:r>
          </a:p>
          <a:p>
            <a:pPr algn="ctr"/>
            <a:r>
              <a:rPr lang="en-IN" sz="800" dirty="0">
                <a:solidFill>
                  <a:schemeClr val="tx1"/>
                </a:solidFill>
                <a:latin typeface="Times New Roman" panose="02020603050405020304" pitchFamily="18" charset="0"/>
                <a:cs typeface="Times New Roman" panose="02020603050405020304" pitchFamily="18" charset="0"/>
              </a:rPr>
              <a:t>Id</a:t>
            </a:r>
          </a:p>
        </p:txBody>
      </p:sp>
      <p:cxnSp>
        <p:nvCxnSpPr>
          <p:cNvPr id="88" name="Straight Connector 87">
            <a:extLst>
              <a:ext uri="{FF2B5EF4-FFF2-40B4-BE49-F238E27FC236}">
                <a16:creationId xmlns:a16="http://schemas.microsoft.com/office/drawing/2014/main" id="{736970DE-5687-4F96-79BF-14CF76AE86EF}"/>
              </a:ext>
            </a:extLst>
          </p:cNvPr>
          <p:cNvCxnSpPr>
            <a:cxnSpLocks/>
            <a:stCxn id="32" idx="2"/>
            <a:endCxn id="87" idx="0"/>
          </p:cNvCxnSpPr>
          <p:nvPr/>
        </p:nvCxnSpPr>
        <p:spPr>
          <a:xfrm>
            <a:off x="5756935" y="2969437"/>
            <a:ext cx="60577" cy="5248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92A6375B-7FCD-1ACF-DBD3-267037F63D54}"/>
              </a:ext>
            </a:extLst>
          </p:cNvPr>
          <p:cNvSpPr txBox="1"/>
          <p:nvPr/>
        </p:nvSpPr>
        <p:spPr>
          <a:xfrm>
            <a:off x="1432122" y="2762590"/>
            <a:ext cx="277914"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1</a:t>
            </a:r>
          </a:p>
        </p:txBody>
      </p:sp>
      <p:sp>
        <p:nvSpPr>
          <p:cNvPr id="90" name="TextBox 89">
            <a:extLst>
              <a:ext uri="{FF2B5EF4-FFF2-40B4-BE49-F238E27FC236}">
                <a16:creationId xmlns:a16="http://schemas.microsoft.com/office/drawing/2014/main" id="{345306A2-B0AD-A5DE-2320-2A5B48CF60C7}"/>
              </a:ext>
            </a:extLst>
          </p:cNvPr>
          <p:cNvSpPr txBox="1"/>
          <p:nvPr/>
        </p:nvSpPr>
        <p:spPr>
          <a:xfrm flipH="1">
            <a:off x="4345738" y="706429"/>
            <a:ext cx="423595" cy="253916"/>
          </a:xfrm>
          <a:prstGeom prst="rect">
            <a:avLst/>
          </a:prstGeom>
          <a:noFill/>
        </p:spPr>
        <p:txBody>
          <a:bodyPr wrap="square" rtlCol="0">
            <a:spAutoFit/>
          </a:bodyPr>
          <a:lstStyle/>
          <a:p>
            <a:r>
              <a:rPr lang="en-IN" sz="1050" dirty="0">
                <a:latin typeface="Times New Roman" panose="02020603050405020304" pitchFamily="18" charset="0"/>
                <a:cs typeface="Times New Roman" panose="02020603050405020304" pitchFamily="18" charset="0"/>
              </a:rPr>
              <a:t>M</a:t>
            </a:r>
          </a:p>
        </p:txBody>
      </p:sp>
      <p:sp>
        <p:nvSpPr>
          <p:cNvPr id="91" name="TextBox 90">
            <a:extLst>
              <a:ext uri="{FF2B5EF4-FFF2-40B4-BE49-F238E27FC236}">
                <a16:creationId xmlns:a16="http://schemas.microsoft.com/office/drawing/2014/main" id="{10563AA8-EF73-F972-E92C-CDFB8EE39821}"/>
              </a:ext>
            </a:extLst>
          </p:cNvPr>
          <p:cNvSpPr txBox="1"/>
          <p:nvPr/>
        </p:nvSpPr>
        <p:spPr>
          <a:xfrm flipH="1">
            <a:off x="3826092" y="1380449"/>
            <a:ext cx="423595" cy="253916"/>
          </a:xfrm>
          <a:prstGeom prst="rect">
            <a:avLst/>
          </a:prstGeom>
          <a:noFill/>
        </p:spPr>
        <p:txBody>
          <a:bodyPr wrap="square" rtlCol="0">
            <a:spAutoFit/>
          </a:bodyPr>
          <a:lstStyle/>
          <a:p>
            <a:r>
              <a:rPr lang="en-IN" sz="1050" dirty="0">
                <a:latin typeface="Times New Roman" panose="02020603050405020304" pitchFamily="18" charset="0"/>
                <a:cs typeface="Times New Roman" panose="02020603050405020304" pitchFamily="18" charset="0"/>
              </a:rPr>
              <a:t>M</a:t>
            </a:r>
          </a:p>
        </p:txBody>
      </p:sp>
      <p:sp>
        <p:nvSpPr>
          <p:cNvPr id="92" name="TextBox 91">
            <a:extLst>
              <a:ext uri="{FF2B5EF4-FFF2-40B4-BE49-F238E27FC236}">
                <a16:creationId xmlns:a16="http://schemas.microsoft.com/office/drawing/2014/main" id="{7D4C9BF2-E089-5DFD-4A12-4FC2B1D86E15}"/>
              </a:ext>
            </a:extLst>
          </p:cNvPr>
          <p:cNvSpPr txBox="1"/>
          <p:nvPr/>
        </p:nvSpPr>
        <p:spPr>
          <a:xfrm flipH="1">
            <a:off x="4659021" y="3840219"/>
            <a:ext cx="423595" cy="253916"/>
          </a:xfrm>
          <a:prstGeom prst="rect">
            <a:avLst/>
          </a:prstGeom>
          <a:noFill/>
        </p:spPr>
        <p:txBody>
          <a:bodyPr wrap="square" rtlCol="0">
            <a:spAutoFit/>
          </a:bodyPr>
          <a:lstStyle/>
          <a:p>
            <a:r>
              <a:rPr lang="en-IN" sz="1050" dirty="0">
                <a:latin typeface="Times New Roman" panose="02020603050405020304" pitchFamily="18" charset="0"/>
                <a:cs typeface="Times New Roman" panose="02020603050405020304" pitchFamily="18" charset="0"/>
              </a:rPr>
              <a:t>M</a:t>
            </a:r>
          </a:p>
        </p:txBody>
      </p:sp>
      <p:sp>
        <p:nvSpPr>
          <p:cNvPr id="93" name="TextBox 92">
            <a:extLst>
              <a:ext uri="{FF2B5EF4-FFF2-40B4-BE49-F238E27FC236}">
                <a16:creationId xmlns:a16="http://schemas.microsoft.com/office/drawing/2014/main" id="{7FDA80BD-3CC8-89B6-5463-EF4677367349}"/>
              </a:ext>
            </a:extLst>
          </p:cNvPr>
          <p:cNvSpPr txBox="1"/>
          <p:nvPr/>
        </p:nvSpPr>
        <p:spPr>
          <a:xfrm flipH="1">
            <a:off x="6845632" y="6332613"/>
            <a:ext cx="423595" cy="253916"/>
          </a:xfrm>
          <a:prstGeom prst="rect">
            <a:avLst/>
          </a:prstGeom>
          <a:noFill/>
        </p:spPr>
        <p:txBody>
          <a:bodyPr wrap="square" rtlCol="0">
            <a:spAutoFit/>
          </a:bodyPr>
          <a:lstStyle/>
          <a:p>
            <a:r>
              <a:rPr lang="en-IN" sz="1050" dirty="0">
                <a:latin typeface="Times New Roman" panose="02020603050405020304" pitchFamily="18" charset="0"/>
                <a:cs typeface="Times New Roman" panose="02020603050405020304" pitchFamily="18" charset="0"/>
              </a:rPr>
              <a:t>M</a:t>
            </a:r>
          </a:p>
        </p:txBody>
      </p:sp>
      <p:sp>
        <p:nvSpPr>
          <p:cNvPr id="94" name="TextBox 93">
            <a:extLst>
              <a:ext uri="{FF2B5EF4-FFF2-40B4-BE49-F238E27FC236}">
                <a16:creationId xmlns:a16="http://schemas.microsoft.com/office/drawing/2014/main" id="{3BEEA0BF-E448-ABAC-2B01-928B0BBD65E7}"/>
              </a:ext>
            </a:extLst>
          </p:cNvPr>
          <p:cNvSpPr txBox="1"/>
          <p:nvPr/>
        </p:nvSpPr>
        <p:spPr>
          <a:xfrm flipH="1">
            <a:off x="4412299" y="6332613"/>
            <a:ext cx="423595" cy="253916"/>
          </a:xfrm>
          <a:prstGeom prst="rect">
            <a:avLst/>
          </a:prstGeom>
          <a:noFill/>
        </p:spPr>
        <p:txBody>
          <a:bodyPr wrap="square" rtlCol="0">
            <a:spAutoFit/>
          </a:bodyPr>
          <a:lstStyle/>
          <a:p>
            <a:r>
              <a:rPr lang="en-IN" sz="1050" dirty="0">
                <a:latin typeface="Times New Roman" panose="02020603050405020304" pitchFamily="18" charset="0"/>
                <a:cs typeface="Times New Roman" panose="02020603050405020304" pitchFamily="18" charset="0"/>
              </a:rPr>
              <a:t>M</a:t>
            </a:r>
          </a:p>
        </p:txBody>
      </p:sp>
      <p:sp>
        <p:nvSpPr>
          <p:cNvPr id="95" name="TextBox 94">
            <a:extLst>
              <a:ext uri="{FF2B5EF4-FFF2-40B4-BE49-F238E27FC236}">
                <a16:creationId xmlns:a16="http://schemas.microsoft.com/office/drawing/2014/main" id="{8C0E190A-D2C2-8A1C-8414-9B1B69887A5A}"/>
              </a:ext>
            </a:extLst>
          </p:cNvPr>
          <p:cNvSpPr txBox="1"/>
          <p:nvPr/>
        </p:nvSpPr>
        <p:spPr>
          <a:xfrm flipH="1">
            <a:off x="6794631" y="664872"/>
            <a:ext cx="423595" cy="253916"/>
          </a:xfrm>
          <a:prstGeom prst="rect">
            <a:avLst/>
          </a:prstGeom>
          <a:noFill/>
        </p:spPr>
        <p:txBody>
          <a:bodyPr wrap="square" rtlCol="0">
            <a:spAutoFit/>
          </a:bodyPr>
          <a:lstStyle/>
          <a:p>
            <a:r>
              <a:rPr lang="en-IN" sz="1050" dirty="0">
                <a:latin typeface="Times New Roman" panose="02020603050405020304" pitchFamily="18" charset="0"/>
                <a:cs typeface="Times New Roman" panose="02020603050405020304" pitchFamily="18" charset="0"/>
              </a:rPr>
              <a:t>M</a:t>
            </a:r>
          </a:p>
        </p:txBody>
      </p:sp>
      <p:sp>
        <p:nvSpPr>
          <p:cNvPr id="96" name="TextBox 95">
            <a:extLst>
              <a:ext uri="{FF2B5EF4-FFF2-40B4-BE49-F238E27FC236}">
                <a16:creationId xmlns:a16="http://schemas.microsoft.com/office/drawing/2014/main" id="{F8FA0B00-EB2D-B74A-DCA9-F135F6268927}"/>
              </a:ext>
            </a:extLst>
          </p:cNvPr>
          <p:cNvSpPr txBox="1"/>
          <p:nvPr/>
        </p:nvSpPr>
        <p:spPr>
          <a:xfrm flipH="1">
            <a:off x="4066491" y="2605308"/>
            <a:ext cx="423595" cy="253916"/>
          </a:xfrm>
          <a:prstGeom prst="rect">
            <a:avLst/>
          </a:prstGeom>
          <a:noFill/>
        </p:spPr>
        <p:txBody>
          <a:bodyPr wrap="square" rtlCol="0">
            <a:spAutoFit/>
          </a:bodyPr>
          <a:lstStyle/>
          <a:p>
            <a:r>
              <a:rPr lang="en-IN" sz="1050" dirty="0">
                <a:latin typeface="Times New Roman" panose="02020603050405020304" pitchFamily="18" charset="0"/>
                <a:cs typeface="Times New Roman" panose="02020603050405020304" pitchFamily="18" charset="0"/>
              </a:rPr>
              <a:t>M</a:t>
            </a:r>
          </a:p>
        </p:txBody>
      </p:sp>
      <p:sp>
        <p:nvSpPr>
          <p:cNvPr id="97" name="TextBox 96">
            <a:extLst>
              <a:ext uri="{FF2B5EF4-FFF2-40B4-BE49-F238E27FC236}">
                <a16:creationId xmlns:a16="http://schemas.microsoft.com/office/drawing/2014/main" id="{801E444D-9143-60AB-D200-19D98E6724AB}"/>
              </a:ext>
            </a:extLst>
          </p:cNvPr>
          <p:cNvSpPr txBox="1"/>
          <p:nvPr/>
        </p:nvSpPr>
        <p:spPr>
          <a:xfrm flipH="1">
            <a:off x="7395004" y="2599884"/>
            <a:ext cx="423595" cy="253916"/>
          </a:xfrm>
          <a:prstGeom prst="rect">
            <a:avLst/>
          </a:prstGeom>
          <a:noFill/>
        </p:spPr>
        <p:txBody>
          <a:bodyPr wrap="square" rtlCol="0">
            <a:spAutoFit/>
          </a:bodyPr>
          <a:lstStyle/>
          <a:p>
            <a:r>
              <a:rPr lang="en-IN" sz="1050" dirty="0">
                <a:latin typeface="Times New Roman" panose="02020603050405020304" pitchFamily="18" charset="0"/>
                <a:cs typeface="Times New Roman" panose="02020603050405020304" pitchFamily="18" charset="0"/>
              </a:rPr>
              <a:t>M</a:t>
            </a:r>
          </a:p>
        </p:txBody>
      </p:sp>
      <p:sp>
        <p:nvSpPr>
          <p:cNvPr id="98" name="TextBox 97">
            <a:extLst>
              <a:ext uri="{FF2B5EF4-FFF2-40B4-BE49-F238E27FC236}">
                <a16:creationId xmlns:a16="http://schemas.microsoft.com/office/drawing/2014/main" id="{C51F4408-B7B4-D817-DBF0-72101729ED3A}"/>
              </a:ext>
            </a:extLst>
          </p:cNvPr>
          <p:cNvSpPr txBox="1"/>
          <p:nvPr/>
        </p:nvSpPr>
        <p:spPr>
          <a:xfrm flipH="1">
            <a:off x="7236377" y="1382170"/>
            <a:ext cx="423595" cy="253916"/>
          </a:xfrm>
          <a:prstGeom prst="rect">
            <a:avLst/>
          </a:prstGeom>
          <a:noFill/>
        </p:spPr>
        <p:txBody>
          <a:bodyPr wrap="square" rtlCol="0">
            <a:spAutoFit/>
          </a:bodyPr>
          <a:lstStyle/>
          <a:p>
            <a:r>
              <a:rPr lang="en-IN" sz="1050" dirty="0">
                <a:latin typeface="Times New Roman" panose="02020603050405020304" pitchFamily="18" charset="0"/>
                <a:cs typeface="Times New Roman" panose="02020603050405020304" pitchFamily="18" charset="0"/>
              </a:rPr>
              <a:t>M</a:t>
            </a:r>
          </a:p>
        </p:txBody>
      </p:sp>
      <p:sp>
        <p:nvSpPr>
          <p:cNvPr id="99" name="TextBox 98">
            <a:extLst>
              <a:ext uri="{FF2B5EF4-FFF2-40B4-BE49-F238E27FC236}">
                <a16:creationId xmlns:a16="http://schemas.microsoft.com/office/drawing/2014/main" id="{E788F665-0A64-A263-BE53-DB0A33D92118}"/>
              </a:ext>
            </a:extLst>
          </p:cNvPr>
          <p:cNvSpPr txBox="1"/>
          <p:nvPr/>
        </p:nvSpPr>
        <p:spPr>
          <a:xfrm flipH="1">
            <a:off x="6759185" y="3845070"/>
            <a:ext cx="423595" cy="253916"/>
          </a:xfrm>
          <a:prstGeom prst="rect">
            <a:avLst/>
          </a:prstGeom>
          <a:noFill/>
        </p:spPr>
        <p:txBody>
          <a:bodyPr wrap="square" rtlCol="0">
            <a:spAutoFit/>
          </a:bodyPr>
          <a:lstStyle/>
          <a:p>
            <a:r>
              <a:rPr lang="en-IN" sz="1050" dirty="0">
                <a:latin typeface="Times New Roman" panose="02020603050405020304" pitchFamily="18" charset="0"/>
                <a:cs typeface="Times New Roman" panose="02020603050405020304" pitchFamily="18" charset="0"/>
              </a:rPr>
              <a:t>M</a:t>
            </a:r>
          </a:p>
        </p:txBody>
      </p:sp>
      <p:sp>
        <p:nvSpPr>
          <p:cNvPr id="100" name="TextBox 99">
            <a:extLst>
              <a:ext uri="{FF2B5EF4-FFF2-40B4-BE49-F238E27FC236}">
                <a16:creationId xmlns:a16="http://schemas.microsoft.com/office/drawing/2014/main" id="{B166613D-A523-320E-4850-03D03EAC4B2E}"/>
              </a:ext>
            </a:extLst>
          </p:cNvPr>
          <p:cNvSpPr txBox="1"/>
          <p:nvPr/>
        </p:nvSpPr>
        <p:spPr>
          <a:xfrm>
            <a:off x="1730711" y="3197566"/>
            <a:ext cx="277914"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1</a:t>
            </a:r>
          </a:p>
        </p:txBody>
      </p:sp>
      <p:sp>
        <p:nvSpPr>
          <p:cNvPr id="101" name="TextBox 100">
            <a:extLst>
              <a:ext uri="{FF2B5EF4-FFF2-40B4-BE49-F238E27FC236}">
                <a16:creationId xmlns:a16="http://schemas.microsoft.com/office/drawing/2014/main" id="{753CE01A-38C8-7819-5B47-7F815C073577}"/>
              </a:ext>
            </a:extLst>
          </p:cNvPr>
          <p:cNvSpPr txBox="1"/>
          <p:nvPr/>
        </p:nvSpPr>
        <p:spPr>
          <a:xfrm>
            <a:off x="2334529" y="3248106"/>
            <a:ext cx="277914"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1</a:t>
            </a:r>
          </a:p>
        </p:txBody>
      </p:sp>
      <p:sp>
        <p:nvSpPr>
          <p:cNvPr id="102" name="TextBox 101">
            <a:extLst>
              <a:ext uri="{FF2B5EF4-FFF2-40B4-BE49-F238E27FC236}">
                <a16:creationId xmlns:a16="http://schemas.microsoft.com/office/drawing/2014/main" id="{A7E0A211-47B5-9AC6-F2A6-EFA1F1DCC23B}"/>
              </a:ext>
            </a:extLst>
          </p:cNvPr>
          <p:cNvSpPr txBox="1"/>
          <p:nvPr/>
        </p:nvSpPr>
        <p:spPr>
          <a:xfrm>
            <a:off x="9373135" y="3405260"/>
            <a:ext cx="277914"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1</a:t>
            </a:r>
          </a:p>
        </p:txBody>
      </p:sp>
      <p:sp>
        <p:nvSpPr>
          <p:cNvPr id="103" name="TextBox 102">
            <a:extLst>
              <a:ext uri="{FF2B5EF4-FFF2-40B4-BE49-F238E27FC236}">
                <a16:creationId xmlns:a16="http://schemas.microsoft.com/office/drawing/2014/main" id="{7CF34CE4-19A6-1FE1-52A7-4BB9B243CA61}"/>
              </a:ext>
            </a:extLst>
          </p:cNvPr>
          <p:cNvSpPr txBox="1"/>
          <p:nvPr/>
        </p:nvSpPr>
        <p:spPr>
          <a:xfrm>
            <a:off x="10236903" y="2831443"/>
            <a:ext cx="277914"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1</a:t>
            </a:r>
          </a:p>
        </p:txBody>
      </p:sp>
      <p:sp>
        <p:nvSpPr>
          <p:cNvPr id="104" name="TextBox 103">
            <a:extLst>
              <a:ext uri="{FF2B5EF4-FFF2-40B4-BE49-F238E27FC236}">
                <a16:creationId xmlns:a16="http://schemas.microsoft.com/office/drawing/2014/main" id="{11988461-A1EB-40B3-DB08-AC11270CD943}"/>
              </a:ext>
            </a:extLst>
          </p:cNvPr>
          <p:cNvSpPr txBox="1"/>
          <p:nvPr/>
        </p:nvSpPr>
        <p:spPr>
          <a:xfrm>
            <a:off x="9933647" y="3365030"/>
            <a:ext cx="277914"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1</a:t>
            </a:r>
          </a:p>
        </p:txBody>
      </p:sp>
      <p:sp>
        <p:nvSpPr>
          <p:cNvPr id="105" name="TextBox 104">
            <a:extLst>
              <a:ext uri="{FF2B5EF4-FFF2-40B4-BE49-F238E27FC236}">
                <a16:creationId xmlns:a16="http://schemas.microsoft.com/office/drawing/2014/main" id="{C7FA4EE3-B690-F68A-7CA4-946028D03871}"/>
              </a:ext>
            </a:extLst>
          </p:cNvPr>
          <p:cNvSpPr txBox="1"/>
          <p:nvPr/>
        </p:nvSpPr>
        <p:spPr>
          <a:xfrm>
            <a:off x="10246486" y="5217359"/>
            <a:ext cx="277914"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1</a:t>
            </a:r>
          </a:p>
        </p:txBody>
      </p:sp>
      <p:sp>
        <p:nvSpPr>
          <p:cNvPr id="106" name="TextBox 105">
            <a:extLst>
              <a:ext uri="{FF2B5EF4-FFF2-40B4-BE49-F238E27FC236}">
                <a16:creationId xmlns:a16="http://schemas.microsoft.com/office/drawing/2014/main" id="{5B814A01-BAA4-68F8-32E1-524F91682F41}"/>
              </a:ext>
            </a:extLst>
          </p:cNvPr>
          <p:cNvSpPr txBox="1"/>
          <p:nvPr/>
        </p:nvSpPr>
        <p:spPr>
          <a:xfrm>
            <a:off x="1446182" y="5368953"/>
            <a:ext cx="277914"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1</a:t>
            </a:r>
          </a:p>
        </p:txBody>
      </p:sp>
    </p:spTree>
    <p:extLst>
      <p:ext uri="{BB962C8B-B14F-4D97-AF65-F5344CB8AC3E}">
        <p14:creationId xmlns:p14="http://schemas.microsoft.com/office/powerpoint/2010/main" val="1009010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53AB1C-14D8-46B6-DCB0-03C9F31830BF}"/>
              </a:ext>
            </a:extLst>
          </p:cNvPr>
          <p:cNvSpPr/>
          <p:nvPr/>
        </p:nvSpPr>
        <p:spPr>
          <a:xfrm>
            <a:off x="3867785" y="3259723"/>
            <a:ext cx="4456430" cy="338554"/>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lgn="ctr">
              <a:spcBef>
                <a:spcPct val="20000"/>
              </a:spcBef>
              <a:defRPr/>
            </a:pPr>
            <a:r>
              <a:rPr lang="en-US" sz="1600" b="1" u="sng" dirty="0">
                <a:latin typeface="Times New Roman" panose="02020603050405020304" pitchFamily="18" charset="0"/>
                <a:cs typeface="Times New Roman" panose="02020603050405020304" pitchFamily="18" charset="0"/>
              </a:rPr>
              <a:t>8. DATAFLOW DIAGRAM</a:t>
            </a:r>
            <a:endParaRPr lang="en-IN" altLang="en-US" sz="16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9555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87D73861-EC62-4CFF-1C5A-B1816C29768C}"/>
              </a:ext>
            </a:extLst>
          </p:cNvPr>
          <p:cNvSpPr/>
          <p:nvPr/>
        </p:nvSpPr>
        <p:spPr>
          <a:xfrm>
            <a:off x="5225921" y="2848698"/>
            <a:ext cx="1055077" cy="79130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DIJITAL GUJARAT TOURS</a:t>
            </a:r>
          </a:p>
          <a:p>
            <a:pPr algn="ctr"/>
            <a:endParaRPr lang="en-US" sz="900" dirty="0"/>
          </a:p>
          <a:p>
            <a:pPr algn="ctr"/>
            <a:r>
              <a:rPr lang="en-US" sz="900" dirty="0"/>
              <a:t>0.0</a:t>
            </a:r>
          </a:p>
        </p:txBody>
      </p:sp>
      <p:sp>
        <p:nvSpPr>
          <p:cNvPr id="3" name="Rectangle 2">
            <a:extLst>
              <a:ext uri="{FF2B5EF4-FFF2-40B4-BE49-F238E27FC236}">
                <a16:creationId xmlns:a16="http://schemas.microsoft.com/office/drawing/2014/main" id="{3E19F478-F7D8-14BC-2519-EB8992D7C822}"/>
              </a:ext>
            </a:extLst>
          </p:cNvPr>
          <p:cNvSpPr/>
          <p:nvPr/>
        </p:nvSpPr>
        <p:spPr>
          <a:xfrm>
            <a:off x="2162901" y="3111388"/>
            <a:ext cx="1226527" cy="265922"/>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ADMIN</a:t>
            </a:r>
          </a:p>
        </p:txBody>
      </p:sp>
      <p:sp>
        <p:nvSpPr>
          <p:cNvPr id="4" name="Rectangle 3">
            <a:extLst>
              <a:ext uri="{FF2B5EF4-FFF2-40B4-BE49-F238E27FC236}">
                <a16:creationId xmlns:a16="http://schemas.microsoft.com/office/drawing/2014/main" id="{BE49D56F-D473-0A05-4930-48F3BB9707E3}"/>
              </a:ext>
            </a:extLst>
          </p:cNvPr>
          <p:cNvSpPr/>
          <p:nvPr/>
        </p:nvSpPr>
        <p:spPr>
          <a:xfrm>
            <a:off x="8133977" y="3111388"/>
            <a:ext cx="1226527" cy="265922"/>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User</a:t>
            </a:r>
          </a:p>
        </p:txBody>
      </p:sp>
      <p:cxnSp>
        <p:nvCxnSpPr>
          <p:cNvPr id="5" name="Straight Arrow Connector 4">
            <a:extLst>
              <a:ext uri="{FF2B5EF4-FFF2-40B4-BE49-F238E27FC236}">
                <a16:creationId xmlns:a16="http://schemas.microsoft.com/office/drawing/2014/main" id="{2E753206-A329-BB7C-F91B-C6F64E0C6E78}"/>
              </a:ext>
            </a:extLst>
          </p:cNvPr>
          <p:cNvCxnSpPr>
            <a:cxnSpLocks/>
          </p:cNvCxnSpPr>
          <p:nvPr/>
        </p:nvCxnSpPr>
        <p:spPr>
          <a:xfrm>
            <a:off x="3405914" y="3178408"/>
            <a:ext cx="18200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A54AC941-76B1-BDF4-BF5A-61DE9A09BA63}"/>
              </a:ext>
            </a:extLst>
          </p:cNvPr>
          <p:cNvCxnSpPr>
            <a:cxnSpLocks/>
          </p:cNvCxnSpPr>
          <p:nvPr/>
        </p:nvCxnSpPr>
        <p:spPr>
          <a:xfrm flipH="1">
            <a:off x="3389427" y="3316888"/>
            <a:ext cx="18529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935D8AC6-2586-B1EB-2543-3932996D69AE}"/>
              </a:ext>
            </a:extLst>
          </p:cNvPr>
          <p:cNvCxnSpPr>
            <a:cxnSpLocks/>
          </p:cNvCxnSpPr>
          <p:nvPr/>
        </p:nvCxnSpPr>
        <p:spPr>
          <a:xfrm>
            <a:off x="6280997" y="3178408"/>
            <a:ext cx="18200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871A0129-59EB-4F29-843B-C7564BD6F248}"/>
              </a:ext>
            </a:extLst>
          </p:cNvPr>
          <p:cNvCxnSpPr>
            <a:cxnSpLocks/>
          </p:cNvCxnSpPr>
          <p:nvPr/>
        </p:nvCxnSpPr>
        <p:spPr>
          <a:xfrm flipH="1">
            <a:off x="6280998" y="3316888"/>
            <a:ext cx="18529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72C05FDC-95EC-4743-C260-631F04255202}"/>
              </a:ext>
            </a:extLst>
          </p:cNvPr>
          <p:cNvSpPr/>
          <p:nvPr/>
        </p:nvSpPr>
        <p:spPr>
          <a:xfrm>
            <a:off x="6531577" y="2953131"/>
            <a:ext cx="1318847" cy="26592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Package Detail</a:t>
            </a:r>
          </a:p>
        </p:txBody>
      </p:sp>
      <p:sp>
        <p:nvSpPr>
          <p:cNvPr id="10" name="Rectangle 9">
            <a:extLst>
              <a:ext uri="{FF2B5EF4-FFF2-40B4-BE49-F238E27FC236}">
                <a16:creationId xmlns:a16="http://schemas.microsoft.com/office/drawing/2014/main" id="{75D647EA-0122-5AED-B3D7-2BDC519CC228}"/>
              </a:ext>
            </a:extLst>
          </p:cNvPr>
          <p:cNvSpPr/>
          <p:nvPr/>
        </p:nvSpPr>
        <p:spPr>
          <a:xfrm>
            <a:off x="3511421" y="3277930"/>
            <a:ext cx="1318847" cy="26592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Query Received</a:t>
            </a:r>
          </a:p>
        </p:txBody>
      </p:sp>
      <p:sp>
        <p:nvSpPr>
          <p:cNvPr id="11" name="Rectangle 10">
            <a:extLst>
              <a:ext uri="{FF2B5EF4-FFF2-40B4-BE49-F238E27FC236}">
                <a16:creationId xmlns:a16="http://schemas.microsoft.com/office/drawing/2014/main" id="{C85EEBEF-C4B4-475C-7FC1-C936DFD29373}"/>
              </a:ext>
            </a:extLst>
          </p:cNvPr>
          <p:cNvSpPr/>
          <p:nvPr/>
        </p:nvSpPr>
        <p:spPr>
          <a:xfrm>
            <a:off x="3511421" y="2948219"/>
            <a:ext cx="1318847" cy="26592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Website Menage</a:t>
            </a:r>
          </a:p>
        </p:txBody>
      </p:sp>
      <p:sp>
        <p:nvSpPr>
          <p:cNvPr id="12" name="Rectangle 11">
            <a:extLst>
              <a:ext uri="{FF2B5EF4-FFF2-40B4-BE49-F238E27FC236}">
                <a16:creationId xmlns:a16="http://schemas.microsoft.com/office/drawing/2014/main" id="{9CF3E8CD-556E-5AF0-9939-BF64C3680713}"/>
              </a:ext>
            </a:extLst>
          </p:cNvPr>
          <p:cNvSpPr/>
          <p:nvPr/>
        </p:nvSpPr>
        <p:spPr>
          <a:xfrm>
            <a:off x="6531578" y="3276246"/>
            <a:ext cx="1318847" cy="26592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Query Send</a:t>
            </a:r>
          </a:p>
        </p:txBody>
      </p:sp>
      <p:sp>
        <p:nvSpPr>
          <p:cNvPr id="13" name="TextBox 2">
            <a:extLst>
              <a:ext uri="{FF2B5EF4-FFF2-40B4-BE49-F238E27FC236}">
                <a16:creationId xmlns:a16="http://schemas.microsoft.com/office/drawing/2014/main" id="{265519C2-A833-847B-A407-10B9D950F089}"/>
              </a:ext>
            </a:extLst>
          </p:cNvPr>
          <p:cNvSpPr txBox="1"/>
          <p:nvPr/>
        </p:nvSpPr>
        <p:spPr>
          <a:xfrm>
            <a:off x="3405914" y="169995"/>
            <a:ext cx="45720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lgn="ctr">
              <a:spcBef>
                <a:spcPct val="20000"/>
              </a:spcBef>
              <a:defRPr/>
            </a:pPr>
            <a:r>
              <a:rPr lang="en-US" sz="1600" b="1" u="sng" dirty="0">
                <a:latin typeface="Times New Roman" panose="02020603050405020304" pitchFamily="18" charset="0"/>
                <a:cs typeface="Times New Roman" panose="02020603050405020304" pitchFamily="18" charset="0"/>
              </a:rPr>
              <a:t>8.</a:t>
            </a:r>
            <a:r>
              <a:rPr lang="en-IN" sz="1600" b="1" u="sng" dirty="0">
                <a:latin typeface="Times New Roman" panose="02020603050405020304" pitchFamily="18" charset="0"/>
                <a:cs typeface="Times New Roman" panose="02020603050405020304" pitchFamily="18" charset="0"/>
              </a:rPr>
              <a:t>1</a:t>
            </a:r>
            <a:r>
              <a:rPr lang="en-US" sz="1600" b="1" u="sng" dirty="0">
                <a:latin typeface="Times New Roman" panose="02020603050405020304" pitchFamily="18" charset="0"/>
                <a:cs typeface="Times New Roman" panose="02020603050405020304" pitchFamily="18" charset="0"/>
              </a:rPr>
              <a:t> </a:t>
            </a:r>
            <a:r>
              <a:rPr lang="en-IN" altLang="en-US" sz="1600" b="1" u="sng" dirty="0">
                <a:latin typeface="Times New Roman" panose="02020603050405020304" pitchFamily="18" charset="0"/>
                <a:cs typeface="Times New Roman" panose="02020603050405020304" pitchFamily="18" charset="0"/>
              </a:rPr>
              <a:t> ZERO  LEVEL  DFD</a:t>
            </a:r>
          </a:p>
        </p:txBody>
      </p:sp>
    </p:spTree>
    <p:extLst>
      <p:ext uri="{BB962C8B-B14F-4D97-AF65-F5344CB8AC3E}">
        <p14:creationId xmlns:p14="http://schemas.microsoft.com/office/powerpoint/2010/main" val="3921290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F4CA28-9A5F-B79A-C52A-E6FE938B3DA6}"/>
              </a:ext>
            </a:extLst>
          </p:cNvPr>
          <p:cNvSpPr/>
          <p:nvPr/>
        </p:nvSpPr>
        <p:spPr>
          <a:xfrm>
            <a:off x="4301807" y="3259723"/>
            <a:ext cx="3588385" cy="338554"/>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gn="ctr"/>
            <a:r>
              <a:rPr lang="en-US" sz="1600" b="1" u="sng" dirty="0">
                <a:latin typeface="Times New Roman" panose="02020603050405020304" pitchFamily="18" charset="0"/>
                <a:cs typeface="Times New Roman" panose="02020603050405020304" pitchFamily="18" charset="0"/>
              </a:rPr>
              <a:t>8.2  FIRST  LEVEL  DFD</a:t>
            </a:r>
            <a:endParaRPr lang="en-US" sz="1600" dirty="0"/>
          </a:p>
        </p:txBody>
      </p:sp>
    </p:spTree>
    <p:extLst>
      <p:ext uri="{BB962C8B-B14F-4D97-AF65-F5344CB8AC3E}">
        <p14:creationId xmlns:p14="http://schemas.microsoft.com/office/powerpoint/2010/main" val="1090628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Arrow Connector 1">
            <a:extLst>
              <a:ext uri="{FF2B5EF4-FFF2-40B4-BE49-F238E27FC236}">
                <a16:creationId xmlns:a16="http://schemas.microsoft.com/office/drawing/2014/main" id="{936F0119-8A08-C4AA-667B-D316B17520F0}"/>
              </a:ext>
            </a:extLst>
          </p:cNvPr>
          <p:cNvCxnSpPr>
            <a:cxnSpLocks/>
          </p:cNvCxnSpPr>
          <p:nvPr/>
        </p:nvCxnSpPr>
        <p:spPr>
          <a:xfrm>
            <a:off x="6376828" y="820885"/>
            <a:ext cx="12551" cy="7233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 name="Straight Arrow Connector 2">
            <a:extLst>
              <a:ext uri="{FF2B5EF4-FFF2-40B4-BE49-F238E27FC236}">
                <a16:creationId xmlns:a16="http://schemas.microsoft.com/office/drawing/2014/main" id="{AC8B502B-F25D-526F-CEFA-063131279417}"/>
              </a:ext>
            </a:extLst>
          </p:cNvPr>
          <p:cNvCxnSpPr>
            <a:cxnSpLocks/>
          </p:cNvCxnSpPr>
          <p:nvPr/>
        </p:nvCxnSpPr>
        <p:spPr>
          <a:xfrm flipV="1">
            <a:off x="2972223" y="878962"/>
            <a:ext cx="0" cy="3055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 name="Straight Arrow Connector 3">
            <a:extLst>
              <a:ext uri="{FF2B5EF4-FFF2-40B4-BE49-F238E27FC236}">
                <a16:creationId xmlns:a16="http://schemas.microsoft.com/office/drawing/2014/main" id="{B04ED124-6486-100E-D179-9319A50B9AD8}"/>
              </a:ext>
            </a:extLst>
          </p:cNvPr>
          <p:cNvCxnSpPr>
            <a:cxnSpLocks/>
          </p:cNvCxnSpPr>
          <p:nvPr/>
        </p:nvCxnSpPr>
        <p:spPr>
          <a:xfrm>
            <a:off x="3162776" y="3792036"/>
            <a:ext cx="2746111" cy="109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FDE49D94-B4F8-3845-2743-8F17BC384ACF}"/>
              </a:ext>
            </a:extLst>
          </p:cNvPr>
          <p:cNvCxnSpPr>
            <a:cxnSpLocks/>
          </p:cNvCxnSpPr>
          <p:nvPr/>
        </p:nvCxnSpPr>
        <p:spPr>
          <a:xfrm>
            <a:off x="3488548" y="792485"/>
            <a:ext cx="0" cy="1918741"/>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9D04A473-30CE-5F3E-3D6F-07BF4595695B}"/>
              </a:ext>
            </a:extLst>
          </p:cNvPr>
          <p:cNvCxnSpPr>
            <a:cxnSpLocks/>
          </p:cNvCxnSpPr>
          <p:nvPr/>
        </p:nvCxnSpPr>
        <p:spPr>
          <a:xfrm>
            <a:off x="6440959" y="4919370"/>
            <a:ext cx="242320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A388C461-3C68-64F0-5A57-E7021C377DEC}"/>
              </a:ext>
            </a:extLst>
          </p:cNvPr>
          <p:cNvCxnSpPr>
            <a:cxnSpLocks/>
          </p:cNvCxnSpPr>
          <p:nvPr/>
        </p:nvCxnSpPr>
        <p:spPr>
          <a:xfrm flipH="1">
            <a:off x="6960218" y="5061287"/>
            <a:ext cx="2268002" cy="76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2B4C5A92-560E-244F-FFEB-E747DC237D70}"/>
              </a:ext>
            </a:extLst>
          </p:cNvPr>
          <p:cNvCxnSpPr>
            <a:cxnSpLocks/>
          </p:cNvCxnSpPr>
          <p:nvPr/>
        </p:nvCxnSpPr>
        <p:spPr>
          <a:xfrm>
            <a:off x="6652711" y="6016473"/>
            <a:ext cx="2218850" cy="193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750550F3-104C-EAF5-EE8A-A7CF25CC36BA}"/>
              </a:ext>
            </a:extLst>
          </p:cNvPr>
          <p:cNvCxnSpPr>
            <a:cxnSpLocks/>
          </p:cNvCxnSpPr>
          <p:nvPr/>
        </p:nvCxnSpPr>
        <p:spPr>
          <a:xfrm flipH="1" flipV="1">
            <a:off x="6897924" y="6164039"/>
            <a:ext cx="2460113" cy="51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342B7577-A7CD-2C95-3D95-D34253A47C53}"/>
              </a:ext>
            </a:extLst>
          </p:cNvPr>
          <p:cNvCxnSpPr>
            <a:cxnSpLocks/>
          </p:cNvCxnSpPr>
          <p:nvPr/>
        </p:nvCxnSpPr>
        <p:spPr>
          <a:xfrm>
            <a:off x="6478301" y="3802157"/>
            <a:ext cx="2375992" cy="73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F09D33D2-85A8-C4A4-2384-C5EDBFB23EC4}"/>
              </a:ext>
            </a:extLst>
          </p:cNvPr>
          <p:cNvCxnSpPr>
            <a:cxnSpLocks/>
          </p:cNvCxnSpPr>
          <p:nvPr/>
        </p:nvCxnSpPr>
        <p:spPr>
          <a:xfrm flipH="1">
            <a:off x="6889761" y="3955170"/>
            <a:ext cx="2408917" cy="90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36206CBB-B77B-6096-D029-0D359B308134}"/>
              </a:ext>
            </a:extLst>
          </p:cNvPr>
          <p:cNvCxnSpPr>
            <a:cxnSpLocks/>
          </p:cNvCxnSpPr>
          <p:nvPr/>
        </p:nvCxnSpPr>
        <p:spPr>
          <a:xfrm flipV="1">
            <a:off x="6353141" y="2703389"/>
            <a:ext cx="2511021" cy="99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9BB9CE37-7C15-55CA-2B7F-23CA5E099EE9}"/>
              </a:ext>
            </a:extLst>
          </p:cNvPr>
          <p:cNvCxnSpPr>
            <a:cxnSpLocks/>
          </p:cNvCxnSpPr>
          <p:nvPr/>
        </p:nvCxnSpPr>
        <p:spPr>
          <a:xfrm flipH="1">
            <a:off x="6831817" y="2835750"/>
            <a:ext cx="230110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924DC0E4-6AB0-B01A-D78F-02281D83D660}"/>
              </a:ext>
            </a:extLst>
          </p:cNvPr>
          <p:cNvCxnSpPr>
            <a:cxnSpLocks/>
          </p:cNvCxnSpPr>
          <p:nvPr/>
        </p:nvCxnSpPr>
        <p:spPr>
          <a:xfrm flipH="1">
            <a:off x="6878384" y="1860877"/>
            <a:ext cx="2207968" cy="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9C4B32F7-7CD5-15AA-A341-8851D8D2C588}"/>
              </a:ext>
            </a:extLst>
          </p:cNvPr>
          <p:cNvCxnSpPr>
            <a:cxnSpLocks/>
          </p:cNvCxnSpPr>
          <p:nvPr/>
        </p:nvCxnSpPr>
        <p:spPr>
          <a:xfrm flipH="1" flipV="1">
            <a:off x="3317364" y="2837168"/>
            <a:ext cx="2622975" cy="10815"/>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BD2CF0C7-F098-7D14-3233-434A533140AC}"/>
              </a:ext>
            </a:extLst>
          </p:cNvPr>
          <p:cNvCxnSpPr>
            <a:cxnSpLocks/>
          </p:cNvCxnSpPr>
          <p:nvPr/>
        </p:nvCxnSpPr>
        <p:spPr>
          <a:xfrm flipV="1">
            <a:off x="6397164" y="1722448"/>
            <a:ext cx="2421846" cy="60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1677F6B-0710-A6FC-C5C9-91929A91B933}"/>
              </a:ext>
            </a:extLst>
          </p:cNvPr>
          <p:cNvCxnSpPr>
            <a:cxnSpLocks/>
          </p:cNvCxnSpPr>
          <p:nvPr/>
        </p:nvCxnSpPr>
        <p:spPr>
          <a:xfrm flipH="1">
            <a:off x="2635524" y="5054976"/>
            <a:ext cx="3221634" cy="2581"/>
          </a:xfrm>
          <a:prstGeom prst="line">
            <a:avLst/>
          </a:prstGeom>
        </p:spPr>
        <p:style>
          <a:lnRef idx="1">
            <a:schemeClr val="dk1"/>
          </a:lnRef>
          <a:fillRef idx="0">
            <a:schemeClr val="dk1"/>
          </a:fillRef>
          <a:effectRef idx="0">
            <a:schemeClr val="dk1"/>
          </a:effectRef>
          <a:fontRef idx="minor">
            <a:schemeClr val="tx1"/>
          </a:fontRef>
        </p:style>
      </p:cxnSp>
      <p:sp>
        <p:nvSpPr>
          <p:cNvPr id="18" name="Oval 17">
            <a:extLst>
              <a:ext uri="{FF2B5EF4-FFF2-40B4-BE49-F238E27FC236}">
                <a16:creationId xmlns:a16="http://schemas.microsoft.com/office/drawing/2014/main" id="{CC0AB0DB-907E-18F2-401F-E28C5CC3F856}"/>
              </a:ext>
            </a:extLst>
          </p:cNvPr>
          <p:cNvSpPr/>
          <p:nvPr/>
        </p:nvSpPr>
        <p:spPr>
          <a:xfrm>
            <a:off x="5899221" y="430544"/>
            <a:ext cx="956740" cy="68391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1.0</a:t>
            </a:r>
          </a:p>
          <a:p>
            <a:pPr algn="ctr"/>
            <a:r>
              <a:rPr lang="en-US" sz="1050" dirty="0"/>
              <a:t>LOGIN</a:t>
            </a:r>
          </a:p>
        </p:txBody>
      </p:sp>
      <p:sp>
        <p:nvSpPr>
          <p:cNvPr id="19" name="Oval 18">
            <a:extLst>
              <a:ext uri="{FF2B5EF4-FFF2-40B4-BE49-F238E27FC236}">
                <a16:creationId xmlns:a16="http://schemas.microsoft.com/office/drawing/2014/main" id="{64EC5F4D-715C-E46D-F28D-4EEC3ECD5316}"/>
              </a:ext>
            </a:extLst>
          </p:cNvPr>
          <p:cNvSpPr/>
          <p:nvPr/>
        </p:nvSpPr>
        <p:spPr>
          <a:xfrm>
            <a:off x="5857158" y="1546277"/>
            <a:ext cx="1014763" cy="54523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825" dirty="0"/>
              <a:t>2.0</a:t>
            </a:r>
          </a:p>
          <a:p>
            <a:pPr algn="ctr"/>
            <a:r>
              <a:rPr lang="en-US" sz="825" dirty="0"/>
              <a:t>PACKAGE</a:t>
            </a:r>
          </a:p>
          <a:p>
            <a:pPr algn="ctr"/>
            <a:r>
              <a:rPr lang="en-US" sz="825" dirty="0"/>
              <a:t>DETAIL</a:t>
            </a:r>
          </a:p>
        </p:txBody>
      </p:sp>
      <p:sp>
        <p:nvSpPr>
          <p:cNvPr id="20" name="Oval 19">
            <a:extLst>
              <a:ext uri="{FF2B5EF4-FFF2-40B4-BE49-F238E27FC236}">
                <a16:creationId xmlns:a16="http://schemas.microsoft.com/office/drawing/2014/main" id="{A2BDEE51-EA07-22A1-A581-1D571C7BF841}"/>
              </a:ext>
            </a:extLst>
          </p:cNvPr>
          <p:cNvSpPr/>
          <p:nvPr/>
        </p:nvSpPr>
        <p:spPr>
          <a:xfrm>
            <a:off x="5817176" y="4653213"/>
            <a:ext cx="1158617" cy="60826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825" dirty="0"/>
              <a:t>5.0</a:t>
            </a:r>
          </a:p>
          <a:p>
            <a:pPr algn="ctr"/>
            <a:r>
              <a:rPr lang="en-US" sz="825" dirty="0"/>
              <a:t>CUSTOMER</a:t>
            </a:r>
          </a:p>
          <a:p>
            <a:pPr algn="ctr"/>
            <a:r>
              <a:rPr lang="en-US" sz="825" dirty="0"/>
              <a:t>INFORMATION</a:t>
            </a:r>
          </a:p>
        </p:txBody>
      </p:sp>
      <p:sp>
        <p:nvSpPr>
          <p:cNvPr id="21" name="Oval 20">
            <a:extLst>
              <a:ext uri="{FF2B5EF4-FFF2-40B4-BE49-F238E27FC236}">
                <a16:creationId xmlns:a16="http://schemas.microsoft.com/office/drawing/2014/main" id="{3CD58832-BD5E-F5AC-0F00-35538ABCB474}"/>
              </a:ext>
            </a:extLst>
          </p:cNvPr>
          <p:cNvSpPr/>
          <p:nvPr/>
        </p:nvSpPr>
        <p:spPr>
          <a:xfrm>
            <a:off x="5918265" y="2521336"/>
            <a:ext cx="920173" cy="52199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825" dirty="0"/>
              <a:t>3.0</a:t>
            </a:r>
          </a:p>
          <a:p>
            <a:pPr algn="ctr"/>
            <a:r>
              <a:rPr lang="en-US" sz="825" dirty="0"/>
              <a:t>VIEW</a:t>
            </a:r>
          </a:p>
          <a:p>
            <a:pPr algn="ctr"/>
            <a:r>
              <a:rPr lang="en-US" sz="825" dirty="0"/>
              <a:t>BOOKING</a:t>
            </a:r>
          </a:p>
        </p:txBody>
      </p:sp>
      <p:sp>
        <p:nvSpPr>
          <p:cNvPr id="22" name="Oval 21">
            <a:extLst>
              <a:ext uri="{FF2B5EF4-FFF2-40B4-BE49-F238E27FC236}">
                <a16:creationId xmlns:a16="http://schemas.microsoft.com/office/drawing/2014/main" id="{5A8236DA-7ED6-AD88-F2A9-523D8AD65D78}"/>
              </a:ext>
            </a:extLst>
          </p:cNvPr>
          <p:cNvSpPr/>
          <p:nvPr/>
        </p:nvSpPr>
        <p:spPr>
          <a:xfrm>
            <a:off x="5899221" y="3556823"/>
            <a:ext cx="1005658" cy="60728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4.0</a:t>
            </a:r>
          </a:p>
          <a:p>
            <a:pPr algn="ctr"/>
            <a:r>
              <a:rPr lang="en-US" sz="900" dirty="0"/>
              <a:t>FEEDBACK</a:t>
            </a:r>
          </a:p>
        </p:txBody>
      </p:sp>
      <p:sp>
        <p:nvSpPr>
          <p:cNvPr id="23" name="Oval 22">
            <a:extLst>
              <a:ext uri="{FF2B5EF4-FFF2-40B4-BE49-F238E27FC236}">
                <a16:creationId xmlns:a16="http://schemas.microsoft.com/office/drawing/2014/main" id="{A93780EE-CCDF-B87D-55D4-B83BE4AED702}"/>
              </a:ext>
            </a:extLst>
          </p:cNvPr>
          <p:cNvSpPr/>
          <p:nvPr/>
        </p:nvSpPr>
        <p:spPr>
          <a:xfrm>
            <a:off x="5883976" y="5787019"/>
            <a:ext cx="1025018" cy="64043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825" dirty="0"/>
              <a:t>6.0</a:t>
            </a:r>
          </a:p>
          <a:p>
            <a:pPr algn="ctr"/>
            <a:r>
              <a:rPr lang="en-US" sz="825" dirty="0"/>
              <a:t>GENERATE</a:t>
            </a:r>
          </a:p>
          <a:p>
            <a:pPr algn="ctr"/>
            <a:r>
              <a:rPr lang="en-US" sz="825" dirty="0"/>
              <a:t>REPORT</a:t>
            </a:r>
          </a:p>
        </p:txBody>
      </p:sp>
      <p:sp>
        <p:nvSpPr>
          <p:cNvPr id="24" name="Rectangle 23">
            <a:extLst>
              <a:ext uri="{FF2B5EF4-FFF2-40B4-BE49-F238E27FC236}">
                <a16:creationId xmlns:a16="http://schemas.microsoft.com/office/drawing/2014/main" id="{3ED5493C-D4F1-6743-55AC-244536AE9733}"/>
              </a:ext>
            </a:extLst>
          </p:cNvPr>
          <p:cNvSpPr/>
          <p:nvPr/>
        </p:nvSpPr>
        <p:spPr>
          <a:xfrm>
            <a:off x="8859008" y="568837"/>
            <a:ext cx="1147397" cy="305808"/>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ADMIN</a:t>
            </a:r>
          </a:p>
        </p:txBody>
      </p:sp>
      <p:sp>
        <p:nvSpPr>
          <p:cNvPr id="25" name="Rectangle 24">
            <a:extLst>
              <a:ext uri="{FF2B5EF4-FFF2-40B4-BE49-F238E27FC236}">
                <a16:creationId xmlns:a16="http://schemas.microsoft.com/office/drawing/2014/main" id="{6A5DF71E-FEA0-5DA1-A50C-0B006BBC72EB}"/>
              </a:ext>
            </a:extLst>
          </p:cNvPr>
          <p:cNvSpPr/>
          <p:nvPr/>
        </p:nvSpPr>
        <p:spPr>
          <a:xfrm>
            <a:off x="8819010" y="1602676"/>
            <a:ext cx="1147397" cy="305808"/>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PACKAGE</a:t>
            </a:r>
          </a:p>
        </p:txBody>
      </p:sp>
      <p:sp>
        <p:nvSpPr>
          <p:cNvPr id="26" name="Rectangle 25">
            <a:extLst>
              <a:ext uri="{FF2B5EF4-FFF2-40B4-BE49-F238E27FC236}">
                <a16:creationId xmlns:a16="http://schemas.microsoft.com/office/drawing/2014/main" id="{667B7DEC-3EB5-F4D3-4F85-F16252BC7BE0}"/>
              </a:ext>
            </a:extLst>
          </p:cNvPr>
          <p:cNvSpPr/>
          <p:nvPr/>
        </p:nvSpPr>
        <p:spPr>
          <a:xfrm>
            <a:off x="8864162" y="2611356"/>
            <a:ext cx="1147397" cy="305808"/>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BOOKING</a:t>
            </a:r>
          </a:p>
        </p:txBody>
      </p:sp>
      <p:sp>
        <p:nvSpPr>
          <p:cNvPr id="27" name="Rectangle 26">
            <a:extLst>
              <a:ext uri="{FF2B5EF4-FFF2-40B4-BE49-F238E27FC236}">
                <a16:creationId xmlns:a16="http://schemas.microsoft.com/office/drawing/2014/main" id="{0469B66B-A166-0ECD-E681-A073682B3AF3}"/>
              </a:ext>
            </a:extLst>
          </p:cNvPr>
          <p:cNvSpPr/>
          <p:nvPr/>
        </p:nvSpPr>
        <p:spPr>
          <a:xfrm>
            <a:off x="2173041" y="572616"/>
            <a:ext cx="1733626" cy="305808"/>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ADMIN</a:t>
            </a:r>
          </a:p>
        </p:txBody>
      </p:sp>
      <p:sp>
        <p:nvSpPr>
          <p:cNvPr id="28" name="Rectangle 27">
            <a:extLst>
              <a:ext uri="{FF2B5EF4-FFF2-40B4-BE49-F238E27FC236}">
                <a16:creationId xmlns:a16="http://schemas.microsoft.com/office/drawing/2014/main" id="{09DE9EEE-72C4-76C0-F61B-1C2536B4B945}"/>
              </a:ext>
            </a:extLst>
          </p:cNvPr>
          <p:cNvSpPr/>
          <p:nvPr/>
        </p:nvSpPr>
        <p:spPr>
          <a:xfrm>
            <a:off x="8845104" y="4807429"/>
            <a:ext cx="1147397" cy="305808"/>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USER</a:t>
            </a:r>
          </a:p>
        </p:txBody>
      </p:sp>
      <p:sp>
        <p:nvSpPr>
          <p:cNvPr id="29" name="Rectangle 28">
            <a:extLst>
              <a:ext uri="{FF2B5EF4-FFF2-40B4-BE49-F238E27FC236}">
                <a16:creationId xmlns:a16="http://schemas.microsoft.com/office/drawing/2014/main" id="{E1B7BF61-3907-0D4B-CF4B-9EF6EEEAEC71}"/>
              </a:ext>
            </a:extLst>
          </p:cNvPr>
          <p:cNvSpPr/>
          <p:nvPr/>
        </p:nvSpPr>
        <p:spPr>
          <a:xfrm>
            <a:off x="8871561" y="3717357"/>
            <a:ext cx="1147397" cy="305808"/>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FEEDBACK</a:t>
            </a:r>
          </a:p>
        </p:txBody>
      </p:sp>
      <p:sp>
        <p:nvSpPr>
          <p:cNvPr id="30" name="Rectangle 29">
            <a:extLst>
              <a:ext uri="{FF2B5EF4-FFF2-40B4-BE49-F238E27FC236}">
                <a16:creationId xmlns:a16="http://schemas.microsoft.com/office/drawing/2014/main" id="{C709ED02-3A21-C75E-1C5C-30DF4C092E86}"/>
              </a:ext>
            </a:extLst>
          </p:cNvPr>
          <p:cNvSpPr/>
          <p:nvPr/>
        </p:nvSpPr>
        <p:spPr>
          <a:xfrm>
            <a:off x="8864162" y="5954334"/>
            <a:ext cx="1147397" cy="305808"/>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REPORT</a:t>
            </a:r>
          </a:p>
        </p:txBody>
      </p:sp>
      <p:cxnSp>
        <p:nvCxnSpPr>
          <p:cNvPr id="31" name="Straight Arrow Connector 30">
            <a:extLst>
              <a:ext uri="{FF2B5EF4-FFF2-40B4-BE49-F238E27FC236}">
                <a16:creationId xmlns:a16="http://schemas.microsoft.com/office/drawing/2014/main" id="{B2715457-6E10-EB28-C290-B976422374C9}"/>
              </a:ext>
            </a:extLst>
          </p:cNvPr>
          <p:cNvCxnSpPr>
            <a:cxnSpLocks/>
          </p:cNvCxnSpPr>
          <p:nvPr/>
        </p:nvCxnSpPr>
        <p:spPr>
          <a:xfrm>
            <a:off x="6818350" y="649233"/>
            <a:ext cx="20475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E1FCE478-FB81-3078-FD99-4E33A65A715C}"/>
              </a:ext>
            </a:extLst>
          </p:cNvPr>
          <p:cNvCxnSpPr>
            <a:cxnSpLocks/>
          </p:cNvCxnSpPr>
          <p:nvPr/>
        </p:nvCxnSpPr>
        <p:spPr>
          <a:xfrm flipH="1">
            <a:off x="6842320" y="813541"/>
            <a:ext cx="202353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23F83C7E-E810-F6EF-3006-C7936067BE43}"/>
              </a:ext>
            </a:extLst>
          </p:cNvPr>
          <p:cNvCxnSpPr>
            <a:cxnSpLocks/>
          </p:cNvCxnSpPr>
          <p:nvPr/>
        </p:nvCxnSpPr>
        <p:spPr>
          <a:xfrm>
            <a:off x="3900930" y="629785"/>
            <a:ext cx="202662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204C4978-CD8C-0E29-1439-896741B6BB19}"/>
              </a:ext>
            </a:extLst>
          </p:cNvPr>
          <p:cNvCxnSpPr>
            <a:cxnSpLocks/>
          </p:cNvCxnSpPr>
          <p:nvPr/>
        </p:nvCxnSpPr>
        <p:spPr>
          <a:xfrm flipH="1">
            <a:off x="3895647" y="772501"/>
            <a:ext cx="20076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E81E53C1-61DC-6660-5A79-5E338ACA47F1}"/>
              </a:ext>
            </a:extLst>
          </p:cNvPr>
          <p:cNvCxnSpPr>
            <a:cxnSpLocks/>
          </p:cNvCxnSpPr>
          <p:nvPr/>
        </p:nvCxnSpPr>
        <p:spPr>
          <a:xfrm>
            <a:off x="3794671" y="887761"/>
            <a:ext cx="0" cy="874326"/>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EEF9CA0B-7C5E-20E2-A014-BB806B81EA5B}"/>
              </a:ext>
            </a:extLst>
          </p:cNvPr>
          <p:cNvCxnSpPr>
            <a:cxnSpLocks/>
          </p:cNvCxnSpPr>
          <p:nvPr/>
        </p:nvCxnSpPr>
        <p:spPr>
          <a:xfrm flipH="1">
            <a:off x="3636763" y="1884160"/>
            <a:ext cx="2238440" cy="0"/>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9F6510F3-91EE-6476-7833-5D23728245E2}"/>
              </a:ext>
            </a:extLst>
          </p:cNvPr>
          <p:cNvCxnSpPr>
            <a:cxnSpLocks/>
          </p:cNvCxnSpPr>
          <p:nvPr/>
        </p:nvCxnSpPr>
        <p:spPr>
          <a:xfrm>
            <a:off x="2472725" y="883777"/>
            <a:ext cx="0" cy="5150960"/>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6BA32A06-78B4-C066-FD27-6D4A195A6189}"/>
              </a:ext>
            </a:extLst>
          </p:cNvPr>
          <p:cNvCxnSpPr>
            <a:cxnSpLocks/>
          </p:cNvCxnSpPr>
          <p:nvPr/>
        </p:nvCxnSpPr>
        <p:spPr>
          <a:xfrm>
            <a:off x="2792231" y="873094"/>
            <a:ext cx="0" cy="4031873"/>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6FAD2D20-4545-7C09-E53B-8A15E03E44D9}"/>
              </a:ext>
            </a:extLst>
          </p:cNvPr>
          <p:cNvCxnSpPr>
            <a:cxnSpLocks/>
          </p:cNvCxnSpPr>
          <p:nvPr/>
        </p:nvCxnSpPr>
        <p:spPr>
          <a:xfrm>
            <a:off x="2472725" y="6035824"/>
            <a:ext cx="342649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580EAFEB-B82C-FC13-867F-970CBD3BDB28}"/>
              </a:ext>
            </a:extLst>
          </p:cNvPr>
          <p:cNvCxnSpPr>
            <a:cxnSpLocks/>
          </p:cNvCxnSpPr>
          <p:nvPr/>
        </p:nvCxnSpPr>
        <p:spPr>
          <a:xfrm flipV="1">
            <a:off x="2311685" y="883777"/>
            <a:ext cx="0" cy="53147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B6FC7381-D350-3810-F0FD-43D4CBA4E0AF}"/>
              </a:ext>
            </a:extLst>
          </p:cNvPr>
          <p:cNvCxnSpPr>
            <a:cxnSpLocks/>
          </p:cNvCxnSpPr>
          <p:nvPr/>
        </p:nvCxnSpPr>
        <p:spPr>
          <a:xfrm flipH="1">
            <a:off x="2311685" y="6198544"/>
            <a:ext cx="3589987" cy="0"/>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5D9C2869-84DA-5242-900B-A2805C1FE2B6}"/>
              </a:ext>
            </a:extLst>
          </p:cNvPr>
          <p:cNvCxnSpPr>
            <a:cxnSpLocks/>
          </p:cNvCxnSpPr>
          <p:nvPr/>
        </p:nvCxnSpPr>
        <p:spPr>
          <a:xfrm flipV="1">
            <a:off x="3317364" y="874645"/>
            <a:ext cx="0" cy="19666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66AEF4ED-9C54-3B07-5F0A-83612129B8E6}"/>
              </a:ext>
            </a:extLst>
          </p:cNvPr>
          <p:cNvCxnSpPr>
            <a:cxnSpLocks/>
          </p:cNvCxnSpPr>
          <p:nvPr/>
        </p:nvCxnSpPr>
        <p:spPr>
          <a:xfrm>
            <a:off x="3488548" y="2708395"/>
            <a:ext cx="243487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Rectangle 43">
            <a:extLst>
              <a:ext uri="{FF2B5EF4-FFF2-40B4-BE49-F238E27FC236}">
                <a16:creationId xmlns:a16="http://schemas.microsoft.com/office/drawing/2014/main" id="{DEB884BE-9503-CC12-2006-F196DA0A2F57}"/>
              </a:ext>
            </a:extLst>
          </p:cNvPr>
          <p:cNvSpPr/>
          <p:nvPr/>
        </p:nvSpPr>
        <p:spPr>
          <a:xfrm>
            <a:off x="6862276" y="490553"/>
            <a:ext cx="1835389" cy="21456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Email id/password info.</a:t>
            </a:r>
          </a:p>
        </p:txBody>
      </p:sp>
      <p:sp>
        <p:nvSpPr>
          <p:cNvPr id="45" name="Rectangle 44">
            <a:extLst>
              <a:ext uri="{FF2B5EF4-FFF2-40B4-BE49-F238E27FC236}">
                <a16:creationId xmlns:a16="http://schemas.microsoft.com/office/drawing/2014/main" id="{176FA04E-4CCC-B712-DE79-89AC5B372C58}"/>
              </a:ext>
            </a:extLst>
          </p:cNvPr>
          <p:cNvSpPr/>
          <p:nvPr/>
        </p:nvSpPr>
        <p:spPr>
          <a:xfrm>
            <a:off x="4013430" y="467230"/>
            <a:ext cx="1835389" cy="21456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Email id/password info.</a:t>
            </a:r>
          </a:p>
        </p:txBody>
      </p:sp>
      <p:sp>
        <p:nvSpPr>
          <p:cNvPr id="46" name="Rectangle 45">
            <a:extLst>
              <a:ext uri="{FF2B5EF4-FFF2-40B4-BE49-F238E27FC236}">
                <a16:creationId xmlns:a16="http://schemas.microsoft.com/office/drawing/2014/main" id="{80D0395C-C27F-68B4-E4B6-0691928CB5A5}"/>
              </a:ext>
            </a:extLst>
          </p:cNvPr>
          <p:cNvSpPr/>
          <p:nvPr/>
        </p:nvSpPr>
        <p:spPr>
          <a:xfrm>
            <a:off x="7099741" y="1820347"/>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Response</a:t>
            </a:r>
          </a:p>
        </p:txBody>
      </p:sp>
      <p:sp>
        <p:nvSpPr>
          <p:cNvPr id="47" name="Rectangle 46">
            <a:extLst>
              <a:ext uri="{FF2B5EF4-FFF2-40B4-BE49-F238E27FC236}">
                <a16:creationId xmlns:a16="http://schemas.microsoft.com/office/drawing/2014/main" id="{572026F0-4A22-C4E8-CD7A-3049A5C78D5F}"/>
              </a:ext>
            </a:extLst>
          </p:cNvPr>
          <p:cNvSpPr/>
          <p:nvPr/>
        </p:nvSpPr>
        <p:spPr>
          <a:xfrm>
            <a:off x="7108684" y="1552114"/>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Package info</a:t>
            </a:r>
          </a:p>
        </p:txBody>
      </p:sp>
      <p:sp>
        <p:nvSpPr>
          <p:cNvPr id="48" name="Rectangle 47">
            <a:extLst>
              <a:ext uri="{FF2B5EF4-FFF2-40B4-BE49-F238E27FC236}">
                <a16:creationId xmlns:a16="http://schemas.microsoft.com/office/drawing/2014/main" id="{A745F286-00D0-819E-4B64-5C9B559D16C6}"/>
              </a:ext>
            </a:extLst>
          </p:cNvPr>
          <p:cNvSpPr/>
          <p:nvPr/>
        </p:nvSpPr>
        <p:spPr>
          <a:xfrm>
            <a:off x="7131838" y="790471"/>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Response</a:t>
            </a:r>
          </a:p>
        </p:txBody>
      </p:sp>
      <p:sp>
        <p:nvSpPr>
          <p:cNvPr id="49" name="Rectangle 48">
            <a:extLst>
              <a:ext uri="{FF2B5EF4-FFF2-40B4-BE49-F238E27FC236}">
                <a16:creationId xmlns:a16="http://schemas.microsoft.com/office/drawing/2014/main" id="{6951F27C-7709-29BB-90ED-53C5B3317B22}"/>
              </a:ext>
            </a:extLst>
          </p:cNvPr>
          <p:cNvSpPr/>
          <p:nvPr/>
        </p:nvSpPr>
        <p:spPr>
          <a:xfrm>
            <a:off x="4274521" y="1860056"/>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Response</a:t>
            </a:r>
          </a:p>
        </p:txBody>
      </p:sp>
      <p:sp>
        <p:nvSpPr>
          <p:cNvPr id="50" name="Rectangle 49">
            <a:extLst>
              <a:ext uri="{FF2B5EF4-FFF2-40B4-BE49-F238E27FC236}">
                <a16:creationId xmlns:a16="http://schemas.microsoft.com/office/drawing/2014/main" id="{78C4FD3D-A38F-70AC-2071-5D307DE2BBD8}"/>
              </a:ext>
            </a:extLst>
          </p:cNvPr>
          <p:cNvSpPr/>
          <p:nvPr/>
        </p:nvSpPr>
        <p:spPr>
          <a:xfrm>
            <a:off x="4341572" y="1604010"/>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Package info</a:t>
            </a:r>
          </a:p>
        </p:txBody>
      </p:sp>
      <p:sp>
        <p:nvSpPr>
          <p:cNvPr id="51" name="Rectangle 50">
            <a:extLst>
              <a:ext uri="{FF2B5EF4-FFF2-40B4-BE49-F238E27FC236}">
                <a16:creationId xmlns:a16="http://schemas.microsoft.com/office/drawing/2014/main" id="{996BE5FB-0106-F0D3-0193-BA39435A586A}"/>
              </a:ext>
            </a:extLst>
          </p:cNvPr>
          <p:cNvSpPr/>
          <p:nvPr/>
        </p:nvSpPr>
        <p:spPr>
          <a:xfrm>
            <a:off x="4302391" y="766964"/>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Response</a:t>
            </a:r>
          </a:p>
        </p:txBody>
      </p:sp>
      <p:sp>
        <p:nvSpPr>
          <p:cNvPr id="52" name="Rectangle 51">
            <a:extLst>
              <a:ext uri="{FF2B5EF4-FFF2-40B4-BE49-F238E27FC236}">
                <a16:creationId xmlns:a16="http://schemas.microsoft.com/office/drawing/2014/main" id="{13BED3AE-3388-AE5C-AF25-6DAA878BDECD}"/>
              </a:ext>
            </a:extLst>
          </p:cNvPr>
          <p:cNvSpPr/>
          <p:nvPr/>
        </p:nvSpPr>
        <p:spPr>
          <a:xfrm>
            <a:off x="4284302" y="2554726"/>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Get booking info.</a:t>
            </a:r>
          </a:p>
        </p:txBody>
      </p:sp>
      <p:sp>
        <p:nvSpPr>
          <p:cNvPr id="53" name="Rectangle 52">
            <a:extLst>
              <a:ext uri="{FF2B5EF4-FFF2-40B4-BE49-F238E27FC236}">
                <a16:creationId xmlns:a16="http://schemas.microsoft.com/office/drawing/2014/main" id="{093E9275-0338-65AC-6BB1-0E27EAC6E7DE}"/>
              </a:ext>
            </a:extLst>
          </p:cNvPr>
          <p:cNvSpPr/>
          <p:nvPr/>
        </p:nvSpPr>
        <p:spPr>
          <a:xfrm>
            <a:off x="7211805" y="2820089"/>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Response</a:t>
            </a:r>
          </a:p>
        </p:txBody>
      </p:sp>
      <p:sp>
        <p:nvSpPr>
          <p:cNvPr id="54" name="Rectangle 53">
            <a:extLst>
              <a:ext uri="{FF2B5EF4-FFF2-40B4-BE49-F238E27FC236}">
                <a16:creationId xmlns:a16="http://schemas.microsoft.com/office/drawing/2014/main" id="{AD250A7D-4DE8-F73E-DCD7-2C56CDBDEF49}"/>
              </a:ext>
            </a:extLst>
          </p:cNvPr>
          <p:cNvSpPr/>
          <p:nvPr/>
        </p:nvSpPr>
        <p:spPr>
          <a:xfrm>
            <a:off x="4246341" y="2836675"/>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Response</a:t>
            </a:r>
          </a:p>
        </p:txBody>
      </p:sp>
      <p:sp>
        <p:nvSpPr>
          <p:cNvPr id="55" name="Rectangle 54">
            <a:extLst>
              <a:ext uri="{FF2B5EF4-FFF2-40B4-BE49-F238E27FC236}">
                <a16:creationId xmlns:a16="http://schemas.microsoft.com/office/drawing/2014/main" id="{AD00DFF9-61E9-E66A-848E-71B176EB4ED4}"/>
              </a:ext>
            </a:extLst>
          </p:cNvPr>
          <p:cNvSpPr/>
          <p:nvPr/>
        </p:nvSpPr>
        <p:spPr>
          <a:xfrm>
            <a:off x="7211806" y="2512186"/>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Get booking info.</a:t>
            </a:r>
          </a:p>
        </p:txBody>
      </p:sp>
      <p:sp>
        <p:nvSpPr>
          <p:cNvPr id="56" name="Rectangle 55">
            <a:extLst>
              <a:ext uri="{FF2B5EF4-FFF2-40B4-BE49-F238E27FC236}">
                <a16:creationId xmlns:a16="http://schemas.microsoft.com/office/drawing/2014/main" id="{6B18EEAE-432B-B4FD-6875-93356E056A8C}"/>
              </a:ext>
            </a:extLst>
          </p:cNvPr>
          <p:cNvSpPr/>
          <p:nvPr/>
        </p:nvSpPr>
        <p:spPr>
          <a:xfrm>
            <a:off x="4297559" y="3904020"/>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Response</a:t>
            </a:r>
          </a:p>
        </p:txBody>
      </p:sp>
      <p:sp>
        <p:nvSpPr>
          <p:cNvPr id="57" name="Rectangle 56">
            <a:extLst>
              <a:ext uri="{FF2B5EF4-FFF2-40B4-BE49-F238E27FC236}">
                <a16:creationId xmlns:a16="http://schemas.microsoft.com/office/drawing/2014/main" id="{EFAEAAFE-75F7-B6D9-D6BF-0ABF957D8A35}"/>
              </a:ext>
            </a:extLst>
          </p:cNvPr>
          <p:cNvSpPr/>
          <p:nvPr/>
        </p:nvSpPr>
        <p:spPr>
          <a:xfrm>
            <a:off x="7223791" y="3619965"/>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View Feedback</a:t>
            </a:r>
          </a:p>
        </p:txBody>
      </p:sp>
      <p:sp>
        <p:nvSpPr>
          <p:cNvPr id="58" name="Rectangle 57">
            <a:extLst>
              <a:ext uri="{FF2B5EF4-FFF2-40B4-BE49-F238E27FC236}">
                <a16:creationId xmlns:a16="http://schemas.microsoft.com/office/drawing/2014/main" id="{E41CE0D4-6718-1CAF-E981-B42D3BB84522}"/>
              </a:ext>
            </a:extLst>
          </p:cNvPr>
          <p:cNvSpPr/>
          <p:nvPr/>
        </p:nvSpPr>
        <p:spPr>
          <a:xfrm>
            <a:off x="7188946" y="3928076"/>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Response</a:t>
            </a:r>
          </a:p>
        </p:txBody>
      </p:sp>
      <p:sp>
        <p:nvSpPr>
          <p:cNvPr id="59" name="Rectangle 58">
            <a:extLst>
              <a:ext uri="{FF2B5EF4-FFF2-40B4-BE49-F238E27FC236}">
                <a16:creationId xmlns:a16="http://schemas.microsoft.com/office/drawing/2014/main" id="{9C366892-8E6D-1B32-CCAA-9DEE40695E71}"/>
              </a:ext>
            </a:extLst>
          </p:cNvPr>
          <p:cNvSpPr/>
          <p:nvPr/>
        </p:nvSpPr>
        <p:spPr>
          <a:xfrm>
            <a:off x="7206894" y="5072857"/>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Response</a:t>
            </a:r>
          </a:p>
        </p:txBody>
      </p:sp>
      <p:sp>
        <p:nvSpPr>
          <p:cNvPr id="60" name="Rectangle 59">
            <a:extLst>
              <a:ext uri="{FF2B5EF4-FFF2-40B4-BE49-F238E27FC236}">
                <a16:creationId xmlns:a16="http://schemas.microsoft.com/office/drawing/2014/main" id="{CAEB4988-ED58-215B-9B74-B468408F9BD6}"/>
              </a:ext>
            </a:extLst>
          </p:cNvPr>
          <p:cNvSpPr/>
          <p:nvPr/>
        </p:nvSpPr>
        <p:spPr>
          <a:xfrm>
            <a:off x="4297559" y="3653395"/>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View Feedback</a:t>
            </a:r>
          </a:p>
        </p:txBody>
      </p:sp>
      <p:sp>
        <p:nvSpPr>
          <p:cNvPr id="61" name="Rectangle 60">
            <a:extLst>
              <a:ext uri="{FF2B5EF4-FFF2-40B4-BE49-F238E27FC236}">
                <a16:creationId xmlns:a16="http://schemas.microsoft.com/office/drawing/2014/main" id="{16AD9A3B-3E52-6307-05DA-5CEC9C0854FA}"/>
              </a:ext>
            </a:extLst>
          </p:cNvPr>
          <p:cNvSpPr/>
          <p:nvPr/>
        </p:nvSpPr>
        <p:spPr>
          <a:xfrm>
            <a:off x="4263279" y="5028016"/>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Response</a:t>
            </a:r>
          </a:p>
        </p:txBody>
      </p:sp>
      <p:sp>
        <p:nvSpPr>
          <p:cNvPr id="62" name="Rectangle 61">
            <a:extLst>
              <a:ext uri="{FF2B5EF4-FFF2-40B4-BE49-F238E27FC236}">
                <a16:creationId xmlns:a16="http://schemas.microsoft.com/office/drawing/2014/main" id="{97F339DF-F540-1B16-6B1B-A0B824FCA8CC}"/>
              </a:ext>
            </a:extLst>
          </p:cNvPr>
          <p:cNvSpPr/>
          <p:nvPr/>
        </p:nvSpPr>
        <p:spPr>
          <a:xfrm>
            <a:off x="4246341" y="4781284"/>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User info</a:t>
            </a:r>
          </a:p>
        </p:txBody>
      </p:sp>
      <p:sp>
        <p:nvSpPr>
          <p:cNvPr id="63" name="Rectangle 62">
            <a:extLst>
              <a:ext uri="{FF2B5EF4-FFF2-40B4-BE49-F238E27FC236}">
                <a16:creationId xmlns:a16="http://schemas.microsoft.com/office/drawing/2014/main" id="{059AF402-563E-8C10-7692-A2E743AFBAC2}"/>
              </a:ext>
            </a:extLst>
          </p:cNvPr>
          <p:cNvSpPr/>
          <p:nvPr/>
        </p:nvSpPr>
        <p:spPr>
          <a:xfrm>
            <a:off x="7225165" y="4747298"/>
            <a:ext cx="1211761" cy="17465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User info</a:t>
            </a:r>
          </a:p>
        </p:txBody>
      </p:sp>
      <p:sp>
        <p:nvSpPr>
          <p:cNvPr id="64" name="Rectangle 63">
            <a:extLst>
              <a:ext uri="{FF2B5EF4-FFF2-40B4-BE49-F238E27FC236}">
                <a16:creationId xmlns:a16="http://schemas.microsoft.com/office/drawing/2014/main" id="{EED7BC53-3C28-964C-6B69-831DB1E9731A}"/>
              </a:ext>
            </a:extLst>
          </p:cNvPr>
          <p:cNvSpPr/>
          <p:nvPr/>
        </p:nvSpPr>
        <p:spPr>
          <a:xfrm>
            <a:off x="3814745" y="5895753"/>
            <a:ext cx="1858466" cy="11848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Request for Generate Report</a:t>
            </a:r>
          </a:p>
        </p:txBody>
      </p:sp>
      <p:sp>
        <p:nvSpPr>
          <p:cNvPr id="65" name="Rectangle 64">
            <a:extLst>
              <a:ext uri="{FF2B5EF4-FFF2-40B4-BE49-F238E27FC236}">
                <a16:creationId xmlns:a16="http://schemas.microsoft.com/office/drawing/2014/main" id="{676E8F1F-7E92-AFA0-E958-C669DBAF1922}"/>
              </a:ext>
            </a:extLst>
          </p:cNvPr>
          <p:cNvSpPr/>
          <p:nvPr/>
        </p:nvSpPr>
        <p:spPr>
          <a:xfrm>
            <a:off x="7292644" y="6143039"/>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Response</a:t>
            </a:r>
          </a:p>
        </p:txBody>
      </p:sp>
      <p:sp>
        <p:nvSpPr>
          <p:cNvPr id="66" name="Rectangle 65">
            <a:extLst>
              <a:ext uri="{FF2B5EF4-FFF2-40B4-BE49-F238E27FC236}">
                <a16:creationId xmlns:a16="http://schemas.microsoft.com/office/drawing/2014/main" id="{6A2B811C-A5F6-E408-0943-DB5A94482CD7}"/>
              </a:ext>
            </a:extLst>
          </p:cNvPr>
          <p:cNvSpPr/>
          <p:nvPr/>
        </p:nvSpPr>
        <p:spPr>
          <a:xfrm>
            <a:off x="4246340" y="6172994"/>
            <a:ext cx="1260595" cy="17044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Response</a:t>
            </a:r>
          </a:p>
        </p:txBody>
      </p:sp>
      <p:sp>
        <p:nvSpPr>
          <p:cNvPr id="67" name="Rectangle 66">
            <a:extLst>
              <a:ext uri="{FF2B5EF4-FFF2-40B4-BE49-F238E27FC236}">
                <a16:creationId xmlns:a16="http://schemas.microsoft.com/office/drawing/2014/main" id="{ED29D744-F329-8938-EFC2-8664756AADEF}"/>
              </a:ext>
            </a:extLst>
          </p:cNvPr>
          <p:cNvSpPr/>
          <p:nvPr/>
        </p:nvSpPr>
        <p:spPr>
          <a:xfrm>
            <a:off x="7256280" y="5887246"/>
            <a:ext cx="1260595" cy="14749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900" dirty="0"/>
              <a:t>PACKAGE,BOOKING</a:t>
            </a:r>
          </a:p>
        </p:txBody>
      </p:sp>
      <p:cxnSp>
        <p:nvCxnSpPr>
          <p:cNvPr id="68" name="Straight Arrow Connector 67">
            <a:extLst>
              <a:ext uri="{FF2B5EF4-FFF2-40B4-BE49-F238E27FC236}">
                <a16:creationId xmlns:a16="http://schemas.microsoft.com/office/drawing/2014/main" id="{1777E90B-2BED-CB3D-F3AE-5EAF8AAF577B}"/>
              </a:ext>
            </a:extLst>
          </p:cNvPr>
          <p:cNvCxnSpPr>
            <a:cxnSpLocks/>
          </p:cNvCxnSpPr>
          <p:nvPr/>
        </p:nvCxnSpPr>
        <p:spPr>
          <a:xfrm flipH="1" flipV="1">
            <a:off x="3636763" y="887761"/>
            <a:ext cx="2644" cy="10056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93C290D0-153A-7CDA-0C88-9A0B395205B9}"/>
              </a:ext>
            </a:extLst>
          </p:cNvPr>
          <p:cNvCxnSpPr>
            <a:cxnSpLocks/>
          </p:cNvCxnSpPr>
          <p:nvPr/>
        </p:nvCxnSpPr>
        <p:spPr>
          <a:xfrm flipV="1">
            <a:off x="3794671" y="1751856"/>
            <a:ext cx="2062487" cy="63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3D9CFFAE-6AE1-B56C-C2C1-4D54DAE1D3A2}"/>
              </a:ext>
            </a:extLst>
          </p:cNvPr>
          <p:cNvCxnSpPr>
            <a:cxnSpLocks/>
          </p:cNvCxnSpPr>
          <p:nvPr/>
        </p:nvCxnSpPr>
        <p:spPr>
          <a:xfrm>
            <a:off x="2792231" y="4904967"/>
            <a:ext cx="3038249" cy="192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Straight Arrow Connector 70">
            <a:extLst>
              <a:ext uri="{FF2B5EF4-FFF2-40B4-BE49-F238E27FC236}">
                <a16:creationId xmlns:a16="http://schemas.microsoft.com/office/drawing/2014/main" id="{CFC270E9-08B3-01D7-C423-AF5C651382C3}"/>
              </a:ext>
            </a:extLst>
          </p:cNvPr>
          <p:cNvCxnSpPr>
            <a:cxnSpLocks/>
          </p:cNvCxnSpPr>
          <p:nvPr/>
        </p:nvCxnSpPr>
        <p:spPr>
          <a:xfrm flipV="1">
            <a:off x="2635524" y="873094"/>
            <a:ext cx="0" cy="41881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BB55EE7B-10F9-3267-89B3-DDFFBDC48B0B}"/>
              </a:ext>
            </a:extLst>
          </p:cNvPr>
          <p:cNvCxnSpPr>
            <a:cxnSpLocks/>
          </p:cNvCxnSpPr>
          <p:nvPr/>
        </p:nvCxnSpPr>
        <p:spPr>
          <a:xfrm>
            <a:off x="3162776" y="887761"/>
            <a:ext cx="0" cy="2902645"/>
          </a:xfrm>
          <a:prstGeom prst="line">
            <a:avLst/>
          </a:prstGeom>
        </p:spPr>
        <p:style>
          <a:lnRef idx="1">
            <a:schemeClr val="dk1"/>
          </a:lnRef>
          <a:fillRef idx="0">
            <a:schemeClr val="dk1"/>
          </a:fillRef>
          <a:effectRef idx="0">
            <a:schemeClr val="dk1"/>
          </a:effectRef>
          <a:fontRef idx="minor">
            <a:schemeClr val="tx1"/>
          </a:fontRef>
        </p:style>
      </p:cxnSp>
      <p:cxnSp>
        <p:nvCxnSpPr>
          <p:cNvPr id="73" name="Straight Connector 72">
            <a:extLst>
              <a:ext uri="{FF2B5EF4-FFF2-40B4-BE49-F238E27FC236}">
                <a16:creationId xmlns:a16="http://schemas.microsoft.com/office/drawing/2014/main" id="{8CD1248A-AC04-098E-5F21-7D9DE180111B}"/>
              </a:ext>
            </a:extLst>
          </p:cNvPr>
          <p:cNvCxnSpPr>
            <a:cxnSpLocks/>
          </p:cNvCxnSpPr>
          <p:nvPr/>
        </p:nvCxnSpPr>
        <p:spPr>
          <a:xfrm flipH="1" flipV="1">
            <a:off x="2972223" y="3934583"/>
            <a:ext cx="2939916" cy="1944"/>
          </a:xfrm>
          <a:prstGeom prst="line">
            <a:avLst/>
          </a:prstGeom>
        </p:spPr>
        <p:style>
          <a:lnRef idx="1">
            <a:schemeClr val="dk1"/>
          </a:lnRef>
          <a:fillRef idx="0">
            <a:schemeClr val="dk1"/>
          </a:fillRef>
          <a:effectRef idx="0">
            <a:schemeClr val="dk1"/>
          </a:effectRef>
          <a:fontRef idx="minor">
            <a:schemeClr val="tx1"/>
          </a:fontRef>
        </p:style>
      </p:cxnSp>
      <p:sp>
        <p:nvSpPr>
          <p:cNvPr id="74" name="TextBox 2">
            <a:extLst>
              <a:ext uri="{FF2B5EF4-FFF2-40B4-BE49-F238E27FC236}">
                <a16:creationId xmlns:a16="http://schemas.microsoft.com/office/drawing/2014/main" id="{D2064C12-41F8-9451-8B33-293A5813E114}"/>
              </a:ext>
            </a:extLst>
          </p:cNvPr>
          <p:cNvSpPr txBox="1"/>
          <p:nvPr/>
        </p:nvSpPr>
        <p:spPr>
          <a:xfrm>
            <a:off x="6376828" y="1196087"/>
            <a:ext cx="630301" cy="246221"/>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000" dirty="0">
                <a:latin typeface="Times New Roman" panose="02020603050405020304" pitchFamily="18" charset="0"/>
                <a:cs typeface="Times New Roman" panose="02020603050405020304" pitchFamily="18" charset="0"/>
              </a:rPr>
              <a:t>Log info</a:t>
            </a:r>
          </a:p>
        </p:txBody>
      </p:sp>
    </p:spTree>
    <p:extLst>
      <p:ext uri="{BB962C8B-B14F-4D97-AF65-F5344CB8AC3E}">
        <p14:creationId xmlns:p14="http://schemas.microsoft.com/office/powerpoint/2010/main" val="973826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1ED72CA9-FC80-3A93-EE35-AFA1702AA206}"/>
              </a:ext>
            </a:extLst>
          </p:cNvPr>
          <p:cNvCxnSpPr>
            <a:cxnSpLocks/>
          </p:cNvCxnSpPr>
          <p:nvPr/>
        </p:nvCxnSpPr>
        <p:spPr>
          <a:xfrm>
            <a:off x="2730083" y="1588274"/>
            <a:ext cx="3131" cy="3555685"/>
          </a:xfrm>
          <a:prstGeom prst="line">
            <a:avLst/>
          </a:prstGeom>
        </p:spPr>
        <p:style>
          <a:lnRef idx="1">
            <a:schemeClr val="dk1"/>
          </a:lnRef>
          <a:fillRef idx="0">
            <a:schemeClr val="dk1"/>
          </a:fillRef>
          <a:effectRef idx="0">
            <a:schemeClr val="dk1"/>
          </a:effectRef>
          <a:fontRef idx="minor">
            <a:schemeClr val="tx1"/>
          </a:fontRef>
        </p:style>
      </p:cxnSp>
      <p:cxnSp>
        <p:nvCxnSpPr>
          <p:cNvPr id="3" name="Straight Arrow Connector 2">
            <a:extLst>
              <a:ext uri="{FF2B5EF4-FFF2-40B4-BE49-F238E27FC236}">
                <a16:creationId xmlns:a16="http://schemas.microsoft.com/office/drawing/2014/main" id="{21A953B8-CFAD-3369-437D-F71B766D7F03}"/>
              </a:ext>
            </a:extLst>
          </p:cNvPr>
          <p:cNvCxnSpPr>
            <a:cxnSpLocks/>
          </p:cNvCxnSpPr>
          <p:nvPr/>
        </p:nvCxnSpPr>
        <p:spPr>
          <a:xfrm>
            <a:off x="3514171" y="1591596"/>
            <a:ext cx="222115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 name="Straight Arrow Connector 3">
            <a:extLst>
              <a:ext uri="{FF2B5EF4-FFF2-40B4-BE49-F238E27FC236}">
                <a16:creationId xmlns:a16="http://schemas.microsoft.com/office/drawing/2014/main" id="{7BD38716-0181-9BE5-F3A9-EFA7B0E31B7B}"/>
              </a:ext>
            </a:extLst>
          </p:cNvPr>
          <p:cNvCxnSpPr>
            <a:cxnSpLocks/>
          </p:cNvCxnSpPr>
          <p:nvPr/>
        </p:nvCxnSpPr>
        <p:spPr>
          <a:xfrm flipH="1">
            <a:off x="3557652" y="1704146"/>
            <a:ext cx="21826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79443A26-CEFE-3DA6-1375-6E3E4315EEBD}"/>
              </a:ext>
            </a:extLst>
          </p:cNvPr>
          <p:cNvCxnSpPr>
            <a:cxnSpLocks/>
          </p:cNvCxnSpPr>
          <p:nvPr/>
        </p:nvCxnSpPr>
        <p:spPr>
          <a:xfrm>
            <a:off x="3472474" y="2754639"/>
            <a:ext cx="2353046" cy="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05453FAF-6F53-94D4-5F1C-170F8A4A3FEF}"/>
              </a:ext>
            </a:extLst>
          </p:cNvPr>
          <p:cNvCxnSpPr>
            <a:cxnSpLocks/>
          </p:cNvCxnSpPr>
          <p:nvPr/>
        </p:nvCxnSpPr>
        <p:spPr>
          <a:xfrm flipV="1">
            <a:off x="3291308" y="2893679"/>
            <a:ext cx="2666884" cy="8103"/>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7264F4D8-25EC-CE57-1959-987FA25DE25A}"/>
              </a:ext>
            </a:extLst>
          </p:cNvPr>
          <p:cNvCxnSpPr>
            <a:cxnSpLocks/>
          </p:cNvCxnSpPr>
          <p:nvPr/>
        </p:nvCxnSpPr>
        <p:spPr>
          <a:xfrm>
            <a:off x="6572489" y="2732043"/>
            <a:ext cx="2262311" cy="22596"/>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104EF51B-8536-CDF5-B075-95F87C450B6B}"/>
              </a:ext>
            </a:extLst>
          </p:cNvPr>
          <p:cNvCxnSpPr>
            <a:cxnSpLocks/>
          </p:cNvCxnSpPr>
          <p:nvPr/>
        </p:nvCxnSpPr>
        <p:spPr>
          <a:xfrm flipH="1">
            <a:off x="6921247" y="1697631"/>
            <a:ext cx="21826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C2A64A4B-771A-720C-19CD-102B42140604}"/>
              </a:ext>
            </a:extLst>
          </p:cNvPr>
          <p:cNvCxnSpPr>
            <a:cxnSpLocks/>
          </p:cNvCxnSpPr>
          <p:nvPr/>
        </p:nvCxnSpPr>
        <p:spPr>
          <a:xfrm>
            <a:off x="6511318" y="1591596"/>
            <a:ext cx="222115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33361115-54F1-F3A6-6355-189D2EF07F3A}"/>
              </a:ext>
            </a:extLst>
          </p:cNvPr>
          <p:cNvCxnSpPr>
            <a:cxnSpLocks/>
          </p:cNvCxnSpPr>
          <p:nvPr/>
        </p:nvCxnSpPr>
        <p:spPr>
          <a:xfrm flipV="1">
            <a:off x="9156727" y="1782849"/>
            <a:ext cx="0" cy="22099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9422637E-0D4C-9301-7E5A-0FD084F4796E}"/>
              </a:ext>
            </a:extLst>
          </p:cNvPr>
          <p:cNvCxnSpPr>
            <a:cxnSpLocks/>
          </p:cNvCxnSpPr>
          <p:nvPr/>
        </p:nvCxnSpPr>
        <p:spPr>
          <a:xfrm flipH="1">
            <a:off x="6837947" y="4140015"/>
            <a:ext cx="246292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Oval 11">
            <a:extLst>
              <a:ext uri="{FF2B5EF4-FFF2-40B4-BE49-F238E27FC236}">
                <a16:creationId xmlns:a16="http://schemas.microsoft.com/office/drawing/2014/main" id="{815B6B54-FCEF-1CF3-2686-40B8C45BEFF1}"/>
              </a:ext>
            </a:extLst>
          </p:cNvPr>
          <p:cNvSpPr/>
          <p:nvPr/>
        </p:nvSpPr>
        <p:spPr>
          <a:xfrm>
            <a:off x="5730441" y="1316734"/>
            <a:ext cx="1190806"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2.1</a:t>
            </a:r>
          </a:p>
          <a:p>
            <a:pPr algn="ctr"/>
            <a:r>
              <a:rPr lang="en-US" sz="1050" dirty="0"/>
              <a:t>ADD_PLACE</a:t>
            </a:r>
          </a:p>
          <a:p>
            <a:pPr algn="ctr"/>
            <a:r>
              <a:rPr lang="en-US" sz="1050" dirty="0"/>
              <a:t>NAME</a:t>
            </a:r>
          </a:p>
        </p:txBody>
      </p:sp>
      <p:sp>
        <p:nvSpPr>
          <p:cNvPr id="13" name="Oval 12">
            <a:extLst>
              <a:ext uri="{FF2B5EF4-FFF2-40B4-BE49-F238E27FC236}">
                <a16:creationId xmlns:a16="http://schemas.microsoft.com/office/drawing/2014/main" id="{84A67D85-6489-6555-9C71-DD277325AF77}"/>
              </a:ext>
            </a:extLst>
          </p:cNvPr>
          <p:cNvSpPr/>
          <p:nvPr/>
        </p:nvSpPr>
        <p:spPr>
          <a:xfrm>
            <a:off x="5770566" y="2484428"/>
            <a:ext cx="1111244"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2.2</a:t>
            </a:r>
          </a:p>
          <a:p>
            <a:pPr algn="ctr"/>
            <a:r>
              <a:rPr lang="en-US" sz="1050" dirty="0"/>
              <a:t>ADD_DAYS</a:t>
            </a:r>
          </a:p>
          <a:p>
            <a:pPr algn="ctr"/>
            <a:r>
              <a:rPr lang="en-US" sz="1050" dirty="0"/>
              <a:t>INFO</a:t>
            </a:r>
          </a:p>
        </p:txBody>
      </p:sp>
      <p:sp>
        <p:nvSpPr>
          <p:cNvPr id="14" name="Oval 13">
            <a:extLst>
              <a:ext uri="{FF2B5EF4-FFF2-40B4-BE49-F238E27FC236}">
                <a16:creationId xmlns:a16="http://schemas.microsoft.com/office/drawing/2014/main" id="{B25F1EB8-E74E-435E-7FE7-3B4C1958DBC9}"/>
              </a:ext>
            </a:extLst>
          </p:cNvPr>
          <p:cNvSpPr/>
          <p:nvPr/>
        </p:nvSpPr>
        <p:spPr>
          <a:xfrm>
            <a:off x="5840777" y="3716519"/>
            <a:ext cx="1023865"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2.3</a:t>
            </a:r>
          </a:p>
          <a:p>
            <a:pPr algn="ctr"/>
            <a:r>
              <a:rPr lang="en-US" sz="1050" dirty="0"/>
              <a:t>ADD</a:t>
            </a:r>
          </a:p>
          <a:p>
            <a:pPr algn="ctr"/>
            <a:r>
              <a:rPr lang="en-US" sz="1050" dirty="0"/>
              <a:t>PRICES</a:t>
            </a:r>
          </a:p>
        </p:txBody>
      </p:sp>
      <p:sp>
        <p:nvSpPr>
          <p:cNvPr id="15" name="Oval 14">
            <a:extLst>
              <a:ext uri="{FF2B5EF4-FFF2-40B4-BE49-F238E27FC236}">
                <a16:creationId xmlns:a16="http://schemas.microsoft.com/office/drawing/2014/main" id="{E8787E85-2366-1A8B-69E2-8FFCB071E129}"/>
              </a:ext>
            </a:extLst>
          </p:cNvPr>
          <p:cNvSpPr/>
          <p:nvPr/>
        </p:nvSpPr>
        <p:spPr>
          <a:xfrm>
            <a:off x="5851133" y="4855465"/>
            <a:ext cx="1008004"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2.4</a:t>
            </a:r>
          </a:p>
          <a:p>
            <a:pPr algn="ctr"/>
            <a:r>
              <a:rPr lang="en-US" sz="1050" dirty="0"/>
              <a:t>PACKAGE</a:t>
            </a:r>
          </a:p>
          <a:p>
            <a:pPr algn="ctr"/>
            <a:r>
              <a:rPr lang="en-US" sz="1050" dirty="0"/>
              <a:t>DATE</a:t>
            </a:r>
          </a:p>
        </p:txBody>
      </p:sp>
      <p:sp>
        <p:nvSpPr>
          <p:cNvPr id="16" name="Rectangle 15">
            <a:extLst>
              <a:ext uri="{FF2B5EF4-FFF2-40B4-BE49-F238E27FC236}">
                <a16:creationId xmlns:a16="http://schemas.microsoft.com/office/drawing/2014/main" id="{98E4CF64-5995-BE75-B2F7-7A7469E05B10}"/>
              </a:ext>
            </a:extLst>
          </p:cNvPr>
          <p:cNvSpPr/>
          <p:nvPr/>
        </p:nvSpPr>
        <p:spPr>
          <a:xfrm>
            <a:off x="2305798" y="1492430"/>
            <a:ext cx="1244515" cy="269399"/>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ADMIN</a:t>
            </a:r>
          </a:p>
        </p:txBody>
      </p:sp>
      <p:sp>
        <p:nvSpPr>
          <p:cNvPr id="17" name="Rectangle 16">
            <a:extLst>
              <a:ext uri="{FF2B5EF4-FFF2-40B4-BE49-F238E27FC236}">
                <a16:creationId xmlns:a16="http://schemas.microsoft.com/office/drawing/2014/main" id="{23E97947-4629-FDB4-48E7-5FACB62F3669}"/>
              </a:ext>
            </a:extLst>
          </p:cNvPr>
          <p:cNvSpPr/>
          <p:nvPr/>
        </p:nvSpPr>
        <p:spPr>
          <a:xfrm>
            <a:off x="8732477" y="1526315"/>
            <a:ext cx="1153724" cy="25653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PACKAGE</a:t>
            </a:r>
          </a:p>
        </p:txBody>
      </p:sp>
      <p:cxnSp>
        <p:nvCxnSpPr>
          <p:cNvPr id="18" name="Straight Arrow Connector 17">
            <a:extLst>
              <a:ext uri="{FF2B5EF4-FFF2-40B4-BE49-F238E27FC236}">
                <a16:creationId xmlns:a16="http://schemas.microsoft.com/office/drawing/2014/main" id="{93D715E5-4AF0-27EE-CF45-4339EA246835}"/>
              </a:ext>
            </a:extLst>
          </p:cNvPr>
          <p:cNvCxnSpPr>
            <a:cxnSpLocks/>
          </p:cNvCxnSpPr>
          <p:nvPr/>
        </p:nvCxnSpPr>
        <p:spPr>
          <a:xfrm flipV="1">
            <a:off x="8834800" y="1766063"/>
            <a:ext cx="0" cy="9885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EC90AA31-F104-D37E-C577-6C4358D90C06}"/>
              </a:ext>
            </a:extLst>
          </p:cNvPr>
          <p:cNvCxnSpPr>
            <a:cxnSpLocks/>
          </p:cNvCxnSpPr>
          <p:nvPr/>
        </p:nvCxnSpPr>
        <p:spPr>
          <a:xfrm flipV="1">
            <a:off x="8981958" y="1790518"/>
            <a:ext cx="0" cy="1124302"/>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56A06DB2-50DA-17B7-B0A9-76A516851B69}"/>
              </a:ext>
            </a:extLst>
          </p:cNvPr>
          <p:cNvCxnSpPr>
            <a:cxnSpLocks/>
          </p:cNvCxnSpPr>
          <p:nvPr/>
        </p:nvCxnSpPr>
        <p:spPr>
          <a:xfrm>
            <a:off x="6841504" y="3983691"/>
            <a:ext cx="2315223" cy="0"/>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7D2057FF-9C7E-C4E1-7E87-D4ED8DE2F627}"/>
              </a:ext>
            </a:extLst>
          </p:cNvPr>
          <p:cNvCxnSpPr>
            <a:cxnSpLocks/>
          </p:cNvCxnSpPr>
          <p:nvPr/>
        </p:nvCxnSpPr>
        <p:spPr>
          <a:xfrm>
            <a:off x="6836875" y="5093505"/>
            <a:ext cx="2689775" cy="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5EBD1DD-94CA-7112-0BCB-DE0BB3869DF4}"/>
              </a:ext>
            </a:extLst>
          </p:cNvPr>
          <p:cNvCxnSpPr>
            <a:cxnSpLocks/>
          </p:cNvCxnSpPr>
          <p:nvPr/>
        </p:nvCxnSpPr>
        <p:spPr>
          <a:xfrm>
            <a:off x="9300874" y="1791819"/>
            <a:ext cx="0" cy="2348196"/>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8404CCAA-1798-4558-18A2-AFD75226B7AF}"/>
              </a:ext>
            </a:extLst>
          </p:cNvPr>
          <p:cNvCxnSpPr>
            <a:cxnSpLocks/>
          </p:cNvCxnSpPr>
          <p:nvPr/>
        </p:nvCxnSpPr>
        <p:spPr>
          <a:xfrm flipV="1">
            <a:off x="2736429" y="5147281"/>
            <a:ext cx="3114704" cy="18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B2253798-F0CF-9BBB-E7FC-05B49F4E7317}"/>
              </a:ext>
            </a:extLst>
          </p:cNvPr>
          <p:cNvCxnSpPr>
            <a:cxnSpLocks/>
          </p:cNvCxnSpPr>
          <p:nvPr/>
        </p:nvCxnSpPr>
        <p:spPr>
          <a:xfrm flipV="1">
            <a:off x="2553959" y="1766063"/>
            <a:ext cx="22477" cy="35114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046944CA-B098-E63B-B876-4EE3DFD8536F}"/>
              </a:ext>
            </a:extLst>
          </p:cNvPr>
          <p:cNvCxnSpPr>
            <a:cxnSpLocks/>
          </p:cNvCxnSpPr>
          <p:nvPr/>
        </p:nvCxnSpPr>
        <p:spPr>
          <a:xfrm flipV="1">
            <a:off x="3472474" y="1766063"/>
            <a:ext cx="0" cy="988576"/>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2C7BAEB7-4A50-F9BB-5FF0-0A9FB8F9D75E}"/>
              </a:ext>
            </a:extLst>
          </p:cNvPr>
          <p:cNvCxnSpPr>
            <a:cxnSpLocks/>
          </p:cNvCxnSpPr>
          <p:nvPr/>
        </p:nvCxnSpPr>
        <p:spPr>
          <a:xfrm flipV="1">
            <a:off x="3290037" y="1766063"/>
            <a:ext cx="0" cy="11357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DC6D37E8-F1C0-608E-148F-542EA85BF9C7}"/>
              </a:ext>
            </a:extLst>
          </p:cNvPr>
          <p:cNvCxnSpPr>
            <a:cxnSpLocks/>
          </p:cNvCxnSpPr>
          <p:nvPr/>
        </p:nvCxnSpPr>
        <p:spPr>
          <a:xfrm>
            <a:off x="3073527" y="1766063"/>
            <a:ext cx="0" cy="2226698"/>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5997CC84-BD8E-B2F5-3F0C-5EDB6623C225}"/>
              </a:ext>
            </a:extLst>
          </p:cNvPr>
          <p:cNvCxnSpPr>
            <a:cxnSpLocks/>
          </p:cNvCxnSpPr>
          <p:nvPr/>
        </p:nvCxnSpPr>
        <p:spPr>
          <a:xfrm>
            <a:off x="3073527" y="3983691"/>
            <a:ext cx="278767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5D4083E6-2B99-5D7A-C292-32DCE37D90DC}"/>
              </a:ext>
            </a:extLst>
          </p:cNvPr>
          <p:cNvCxnSpPr>
            <a:cxnSpLocks/>
          </p:cNvCxnSpPr>
          <p:nvPr/>
        </p:nvCxnSpPr>
        <p:spPr>
          <a:xfrm flipH="1" flipV="1">
            <a:off x="2880901" y="1789450"/>
            <a:ext cx="11004" cy="23447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60FB3DB3-B175-0CEA-EE31-4BAC2CCA9E43}"/>
              </a:ext>
            </a:extLst>
          </p:cNvPr>
          <p:cNvCxnSpPr>
            <a:cxnSpLocks/>
          </p:cNvCxnSpPr>
          <p:nvPr/>
        </p:nvCxnSpPr>
        <p:spPr>
          <a:xfrm>
            <a:off x="2880901" y="4134196"/>
            <a:ext cx="2959876" cy="0"/>
          </a:xfrm>
          <a:prstGeom prst="line">
            <a:avLst/>
          </a:prstGeom>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0DEBCA38-0330-A562-C7BF-2C6BEB3CB689}"/>
              </a:ext>
            </a:extLst>
          </p:cNvPr>
          <p:cNvSpPr/>
          <p:nvPr/>
        </p:nvSpPr>
        <p:spPr>
          <a:xfrm>
            <a:off x="7243252" y="1432007"/>
            <a:ext cx="1152610" cy="21484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Place Name info</a:t>
            </a:r>
          </a:p>
        </p:txBody>
      </p:sp>
      <p:sp>
        <p:nvSpPr>
          <p:cNvPr id="32" name="Rectangle 31">
            <a:extLst>
              <a:ext uri="{FF2B5EF4-FFF2-40B4-BE49-F238E27FC236}">
                <a16:creationId xmlns:a16="http://schemas.microsoft.com/office/drawing/2014/main" id="{518D90A6-E7EE-5293-6B07-E4967206F516}"/>
              </a:ext>
            </a:extLst>
          </p:cNvPr>
          <p:cNvSpPr/>
          <p:nvPr/>
        </p:nvSpPr>
        <p:spPr>
          <a:xfrm>
            <a:off x="7298134" y="1634775"/>
            <a:ext cx="1028700" cy="24398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33" name="Rectangle 32">
            <a:extLst>
              <a:ext uri="{FF2B5EF4-FFF2-40B4-BE49-F238E27FC236}">
                <a16:creationId xmlns:a16="http://schemas.microsoft.com/office/drawing/2014/main" id="{E60817F8-C000-EBE1-0FFE-D8D0079BB464}"/>
              </a:ext>
            </a:extLst>
          </p:cNvPr>
          <p:cNvSpPr/>
          <p:nvPr/>
        </p:nvSpPr>
        <p:spPr>
          <a:xfrm>
            <a:off x="4149312" y="1384352"/>
            <a:ext cx="1244514" cy="25902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Place Name info</a:t>
            </a:r>
          </a:p>
        </p:txBody>
      </p:sp>
      <p:sp>
        <p:nvSpPr>
          <p:cNvPr id="34" name="Rectangle 33">
            <a:extLst>
              <a:ext uri="{FF2B5EF4-FFF2-40B4-BE49-F238E27FC236}">
                <a16:creationId xmlns:a16="http://schemas.microsoft.com/office/drawing/2014/main" id="{8252D2A0-1CE5-A60B-1496-D61F2C45B34D}"/>
              </a:ext>
            </a:extLst>
          </p:cNvPr>
          <p:cNvSpPr/>
          <p:nvPr/>
        </p:nvSpPr>
        <p:spPr>
          <a:xfrm>
            <a:off x="4211640" y="1622473"/>
            <a:ext cx="1028700" cy="24398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35" name="Rectangle 34">
            <a:extLst>
              <a:ext uri="{FF2B5EF4-FFF2-40B4-BE49-F238E27FC236}">
                <a16:creationId xmlns:a16="http://schemas.microsoft.com/office/drawing/2014/main" id="{90CFAF65-7256-F158-FF52-672B2B4365D7}"/>
              </a:ext>
            </a:extLst>
          </p:cNvPr>
          <p:cNvSpPr/>
          <p:nvPr/>
        </p:nvSpPr>
        <p:spPr>
          <a:xfrm>
            <a:off x="7296030" y="2867451"/>
            <a:ext cx="1028700" cy="24398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36" name="Rectangle 35">
            <a:extLst>
              <a:ext uri="{FF2B5EF4-FFF2-40B4-BE49-F238E27FC236}">
                <a16:creationId xmlns:a16="http://schemas.microsoft.com/office/drawing/2014/main" id="{0D12FC9D-28C0-799F-9DC7-86DEFCBDF348}"/>
              </a:ext>
            </a:extLst>
          </p:cNvPr>
          <p:cNvSpPr/>
          <p:nvPr/>
        </p:nvSpPr>
        <p:spPr>
          <a:xfrm>
            <a:off x="4241063" y="2831948"/>
            <a:ext cx="1028700" cy="24398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37" name="Rectangle 36">
            <a:extLst>
              <a:ext uri="{FF2B5EF4-FFF2-40B4-BE49-F238E27FC236}">
                <a16:creationId xmlns:a16="http://schemas.microsoft.com/office/drawing/2014/main" id="{534F7C0F-EB32-91DC-8F73-0BFA464B9CFD}"/>
              </a:ext>
            </a:extLst>
          </p:cNvPr>
          <p:cNvSpPr/>
          <p:nvPr/>
        </p:nvSpPr>
        <p:spPr>
          <a:xfrm>
            <a:off x="4221248" y="4084087"/>
            <a:ext cx="1028700" cy="24398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38" name="Rectangle 37">
            <a:extLst>
              <a:ext uri="{FF2B5EF4-FFF2-40B4-BE49-F238E27FC236}">
                <a16:creationId xmlns:a16="http://schemas.microsoft.com/office/drawing/2014/main" id="{FA76F714-D494-BADE-A622-ABD52C6E6F20}"/>
              </a:ext>
            </a:extLst>
          </p:cNvPr>
          <p:cNvSpPr/>
          <p:nvPr/>
        </p:nvSpPr>
        <p:spPr>
          <a:xfrm>
            <a:off x="7351098" y="4084087"/>
            <a:ext cx="1028700" cy="24398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39" name="Rectangle 38">
            <a:extLst>
              <a:ext uri="{FF2B5EF4-FFF2-40B4-BE49-F238E27FC236}">
                <a16:creationId xmlns:a16="http://schemas.microsoft.com/office/drawing/2014/main" id="{169C82DB-EE37-D45C-EB61-CB58836410F8}"/>
              </a:ext>
            </a:extLst>
          </p:cNvPr>
          <p:cNvSpPr/>
          <p:nvPr/>
        </p:nvSpPr>
        <p:spPr>
          <a:xfrm>
            <a:off x="4217271" y="3792873"/>
            <a:ext cx="1028700" cy="24398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Price info.</a:t>
            </a:r>
          </a:p>
        </p:txBody>
      </p:sp>
      <p:sp>
        <p:nvSpPr>
          <p:cNvPr id="40" name="Rectangle 39">
            <a:extLst>
              <a:ext uri="{FF2B5EF4-FFF2-40B4-BE49-F238E27FC236}">
                <a16:creationId xmlns:a16="http://schemas.microsoft.com/office/drawing/2014/main" id="{20F93F7F-2547-07D1-60B7-60C76F6456A1}"/>
              </a:ext>
            </a:extLst>
          </p:cNvPr>
          <p:cNvSpPr/>
          <p:nvPr/>
        </p:nvSpPr>
        <p:spPr>
          <a:xfrm>
            <a:off x="7291520" y="2554033"/>
            <a:ext cx="1028700" cy="24398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Days info.</a:t>
            </a:r>
          </a:p>
        </p:txBody>
      </p:sp>
      <p:sp>
        <p:nvSpPr>
          <p:cNvPr id="41" name="Rectangle 40">
            <a:extLst>
              <a:ext uri="{FF2B5EF4-FFF2-40B4-BE49-F238E27FC236}">
                <a16:creationId xmlns:a16="http://schemas.microsoft.com/office/drawing/2014/main" id="{28D826FD-E253-F31A-227D-6593EBAF9018}"/>
              </a:ext>
            </a:extLst>
          </p:cNvPr>
          <p:cNvSpPr/>
          <p:nvPr/>
        </p:nvSpPr>
        <p:spPr>
          <a:xfrm>
            <a:off x="4189342" y="2581420"/>
            <a:ext cx="1028700" cy="24398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Days info.</a:t>
            </a:r>
          </a:p>
        </p:txBody>
      </p:sp>
      <p:sp>
        <p:nvSpPr>
          <p:cNvPr id="42" name="Rectangle 41">
            <a:extLst>
              <a:ext uri="{FF2B5EF4-FFF2-40B4-BE49-F238E27FC236}">
                <a16:creationId xmlns:a16="http://schemas.microsoft.com/office/drawing/2014/main" id="{C10B377F-6E96-44F3-9591-99EB4FD0797F}"/>
              </a:ext>
            </a:extLst>
          </p:cNvPr>
          <p:cNvSpPr/>
          <p:nvPr/>
        </p:nvSpPr>
        <p:spPr>
          <a:xfrm>
            <a:off x="4173157" y="4944616"/>
            <a:ext cx="1028700" cy="24398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Date info.</a:t>
            </a:r>
          </a:p>
        </p:txBody>
      </p:sp>
      <p:sp>
        <p:nvSpPr>
          <p:cNvPr id="43" name="Rectangle 42">
            <a:extLst>
              <a:ext uri="{FF2B5EF4-FFF2-40B4-BE49-F238E27FC236}">
                <a16:creationId xmlns:a16="http://schemas.microsoft.com/office/drawing/2014/main" id="{DA7F29D7-6EED-B466-D43B-AAC520E5B34D}"/>
              </a:ext>
            </a:extLst>
          </p:cNvPr>
          <p:cNvSpPr/>
          <p:nvPr/>
        </p:nvSpPr>
        <p:spPr>
          <a:xfrm>
            <a:off x="7431714" y="4914475"/>
            <a:ext cx="1028700" cy="24398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Date info.</a:t>
            </a:r>
          </a:p>
        </p:txBody>
      </p:sp>
      <p:sp>
        <p:nvSpPr>
          <p:cNvPr id="44" name="Rectangle 43">
            <a:extLst>
              <a:ext uri="{FF2B5EF4-FFF2-40B4-BE49-F238E27FC236}">
                <a16:creationId xmlns:a16="http://schemas.microsoft.com/office/drawing/2014/main" id="{6310D48E-E62F-B023-B82E-004CEE77BB95}"/>
              </a:ext>
            </a:extLst>
          </p:cNvPr>
          <p:cNvSpPr/>
          <p:nvPr/>
        </p:nvSpPr>
        <p:spPr>
          <a:xfrm>
            <a:off x="7320137" y="3802623"/>
            <a:ext cx="1028700" cy="24398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Price info.</a:t>
            </a:r>
          </a:p>
        </p:txBody>
      </p:sp>
      <p:sp>
        <p:nvSpPr>
          <p:cNvPr id="45" name="Rectangle 44">
            <a:extLst>
              <a:ext uri="{FF2B5EF4-FFF2-40B4-BE49-F238E27FC236}">
                <a16:creationId xmlns:a16="http://schemas.microsoft.com/office/drawing/2014/main" id="{7A010B41-C7B7-4D83-CD98-9A74A5444953}"/>
              </a:ext>
            </a:extLst>
          </p:cNvPr>
          <p:cNvSpPr/>
          <p:nvPr/>
        </p:nvSpPr>
        <p:spPr>
          <a:xfrm>
            <a:off x="7316315" y="5195392"/>
            <a:ext cx="1259497" cy="24398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46" name="Rectangle 45">
            <a:extLst>
              <a:ext uri="{FF2B5EF4-FFF2-40B4-BE49-F238E27FC236}">
                <a16:creationId xmlns:a16="http://schemas.microsoft.com/office/drawing/2014/main" id="{C1179247-47D7-6174-F930-B7C19333F517}"/>
              </a:ext>
            </a:extLst>
          </p:cNvPr>
          <p:cNvSpPr/>
          <p:nvPr/>
        </p:nvSpPr>
        <p:spPr>
          <a:xfrm>
            <a:off x="4010266" y="5244501"/>
            <a:ext cx="1259497" cy="21174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cxnSp>
        <p:nvCxnSpPr>
          <p:cNvPr id="47" name="Straight Connector 46">
            <a:extLst>
              <a:ext uri="{FF2B5EF4-FFF2-40B4-BE49-F238E27FC236}">
                <a16:creationId xmlns:a16="http://schemas.microsoft.com/office/drawing/2014/main" id="{131F7665-BE29-D839-0E43-D2EDC50B7634}"/>
              </a:ext>
            </a:extLst>
          </p:cNvPr>
          <p:cNvCxnSpPr>
            <a:cxnSpLocks/>
          </p:cNvCxnSpPr>
          <p:nvPr/>
        </p:nvCxnSpPr>
        <p:spPr>
          <a:xfrm flipH="1">
            <a:off x="2551568" y="5284194"/>
            <a:ext cx="3299565" cy="0"/>
          </a:xfrm>
          <a:prstGeom prst="line">
            <a:avLst/>
          </a:prstGeom>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561DB1FB-3B24-6964-F63D-09DD16C08FE4}"/>
              </a:ext>
            </a:extLst>
          </p:cNvPr>
          <p:cNvCxnSpPr>
            <a:cxnSpLocks/>
          </p:cNvCxnSpPr>
          <p:nvPr/>
        </p:nvCxnSpPr>
        <p:spPr>
          <a:xfrm flipH="1" flipV="1">
            <a:off x="9490063" y="1788618"/>
            <a:ext cx="36587" cy="33133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A62CFA84-D1F9-7465-DC87-78C1839AFD3A}"/>
              </a:ext>
            </a:extLst>
          </p:cNvPr>
          <p:cNvCxnSpPr>
            <a:cxnSpLocks/>
          </p:cNvCxnSpPr>
          <p:nvPr/>
        </p:nvCxnSpPr>
        <p:spPr>
          <a:xfrm>
            <a:off x="9684767" y="1790518"/>
            <a:ext cx="0" cy="3453160"/>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57196B94-7024-0C7A-D99D-EBA73F0BABD9}"/>
              </a:ext>
            </a:extLst>
          </p:cNvPr>
          <p:cNvCxnSpPr>
            <a:cxnSpLocks/>
          </p:cNvCxnSpPr>
          <p:nvPr/>
        </p:nvCxnSpPr>
        <p:spPr>
          <a:xfrm flipH="1">
            <a:off x="6859137" y="5243678"/>
            <a:ext cx="282563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DECBEBC9-8D0B-3B3A-7F0A-58C34B0D18C9}"/>
              </a:ext>
            </a:extLst>
          </p:cNvPr>
          <p:cNvCxnSpPr>
            <a:cxnSpLocks/>
          </p:cNvCxnSpPr>
          <p:nvPr/>
        </p:nvCxnSpPr>
        <p:spPr>
          <a:xfrm flipH="1">
            <a:off x="6860651" y="2914820"/>
            <a:ext cx="21213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28565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557C561-A700-4843-3A79-611DDEF83101}"/>
              </a:ext>
            </a:extLst>
          </p:cNvPr>
          <p:cNvCxnSpPr>
            <a:cxnSpLocks/>
          </p:cNvCxnSpPr>
          <p:nvPr/>
        </p:nvCxnSpPr>
        <p:spPr>
          <a:xfrm>
            <a:off x="8707314" y="2582070"/>
            <a:ext cx="0" cy="1843088"/>
          </a:xfrm>
          <a:prstGeom prst="line">
            <a:avLst/>
          </a:prstGeom>
        </p:spPr>
        <p:style>
          <a:lnRef idx="1">
            <a:schemeClr val="dk1"/>
          </a:lnRef>
          <a:fillRef idx="0">
            <a:schemeClr val="dk1"/>
          </a:fillRef>
          <a:effectRef idx="0">
            <a:schemeClr val="dk1"/>
          </a:effectRef>
          <a:fontRef idx="minor">
            <a:schemeClr val="tx1"/>
          </a:fontRef>
        </p:style>
      </p:cxnSp>
      <p:cxnSp>
        <p:nvCxnSpPr>
          <p:cNvPr id="3" name="Straight Arrow Connector 2">
            <a:extLst>
              <a:ext uri="{FF2B5EF4-FFF2-40B4-BE49-F238E27FC236}">
                <a16:creationId xmlns:a16="http://schemas.microsoft.com/office/drawing/2014/main" id="{4F922500-F92F-7515-0876-3342F7591E6C}"/>
              </a:ext>
            </a:extLst>
          </p:cNvPr>
          <p:cNvCxnSpPr>
            <a:cxnSpLocks/>
            <a:endCxn id="12" idx="6"/>
          </p:cNvCxnSpPr>
          <p:nvPr/>
        </p:nvCxnSpPr>
        <p:spPr>
          <a:xfrm flipH="1">
            <a:off x="6551002" y="2524904"/>
            <a:ext cx="2156312" cy="207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 name="Straight Connector 3">
            <a:extLst>
              <a:ext uri="{FF2B5EF4-FFF2-40B4-BE49-F238E27FC236}">
                <a16:creationId xmlns:a16="http://schemas.microsoft.com/office/drawing/2014/main" id="{8689428D-7316-B5B9-80AF-1D86BC334603}"/>
              </a:ext>
            </a:extLst>
          </p:cNvPr>
          <p:cNvCxnSpPr>
            <a:cxnSpLocks/>
          </p:cNvCxnSpPr>
          <p:nvPr/>
        </p:nvCxnSpPr>
        <p:spPr>
          <a:xfrm>
            <a:off x="3438526" y="4425158"/>
            <a:ext cx="2307980" cy="0"/>
          </a:xfrm>
          <a:prstGeom prst="line">
            <a:avLst/>
          </a:prstGeom>
        </p:spPr>
        <p:style>
          <a:lnRef idx="1">
            <a:schemeClr val="dk1"/>
          </a:lnRef>
          <a:fillRef idx="0">
            <a:schemeClr val="dk1"/>
          </a:fillRef>
          <a:effectRef idx="0">
            <a:schemeClr val="dk1"/>
          </a:effectRef>
          <a:fontRef idx="minor">
            <a:schemeClr val="tx1"/>
          </a:fontRef>
        </p:style>
      </p:cxnSp>
      <p:sp>
        <p:nvSpPr>
          <p:cNvPr id="5" name="Rectangle 4">
            <a:extLst>
              <a:ext uri="{FF2B5EF4-FFF2-40B4-BE49-F238E27FC236}">
                <a16:creationId xmlns:a16="http://schemas.microsoft.com/office/drawing/2014/main" id="{E74A0FDA-BCAE-2008-FF61-269C4B499241}"/>
              </a:ext>
            </a:extLst>
          </p:cNvPr>
          <p:cNvSpPr/>
          <p:nvPr/>
        </p:nvSpPr>
        <p:spPr>
          <a:xfrm>
            <a:off x="4240281" y="4388456"/>
            <a:ext cx="973742" cy="23079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cxnSp>
        <p:nvCxnSpPr>
          <p:cNvPr id="6" name="Straight Connector 5">
            <a:extLst>
              <a:ext uri="{FF2B5EF4-FFF2-40B4-BE49-F238E27FC236}">
                <a16:creationId xmlns:a16="http://schemas.microsoft.com/office/drawing/2014/main" id="{6F36ABE1-8D7C-6E3A-1259-21537FF29C6D}"/>
              </a:ext>
            </a:extLst>
          </p:cNvPr>
          <p:cNvCxnSpPr>
            <a:cxnSpLocks/>
          </p:cNvCxnSpPr>
          <p:nvPr/>
        </p:nvCxnSpPr>
        <p:spPr>
          <a:xfrm>
            <a:off x="3614370" y="4263937"/>
            <a:ext cx="2133424"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DF826F8A-0AF1-B55F-DD18-FE1120A7BB5F}"/>
              </a:ext>
            </a:extLst>
          </p:cNvPr>
          <p:cNvCxnSpPr>
            <a:cxnSpLocks/>
          </p:cNvCxnSpPr>
          <p:nvPr/>
        </p:nvCxnSpPr>
        <p:spPr>
          <a:xfrm flipH="1">
            <a:off x="3778533" y="2558991"/>
            <a:ext cx="1978269" cy="230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BBC76ACE-A87A-26C6-071B-F366A0979AEA}"/>
              </a:ext>
            </a:extLst>
          </p:cNvPr>
          <p:cNvCxnSpPr>
            <a:cxnSpLocks/>
          </p:cNvCxnSpPr>
          <p:nvPr/>
        </p:nvCxnSpPr>
        <p:spPr>
          <a:xfrm>
            <a:off x="3614370" y="2438164"/>
            <a:ext cx="197826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5896DAB9-B92A-2B82-C485-C8D939A07BF7}"/>
              </a:ext>
            </a:extLst>
          </p:cNvPr>
          <p:cNvCxnSpPr>
            <a:cxnSpLocks/>
          </p:cNvCxnSpPr>
          <p:nvPr/>
        </p:nvCxnSpPr>
        <p:spPr>
          <a:xfrm>
            <a:off x="6432306" y="4425158"/>
            <a:ext cx="2275008"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AAD196F4-70F2-B384-A30A-68F3492BDF57}"/>
              </a:ext>
            </a:extLst>
          </p:cNvPr>
          <p:cNvCxnSpPr>
            <a:cxnSpLocks/>
          </p:cNvCxnSpPr>
          <p:nvPr/>
        </p:nvCxnSpPr>
        <p:spPr>
          <a:xfrm>
            <a:off x="6432306" y="4263937"/>
            <a:ext cx="2110962"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07AFC74B-BA05-7C73-1CDA-4DD532609C8C}"/>
              </a:ext>
            </a:extLst>
          </p:cNvPr>
          <p:cNvCxnSpPr>
            <a:cxnSpLocks/>
          </p:cNvCxnSpPr>
          <p:nvPr/>
        </p:nvCxnSpPr>
        <p:spPr>
          <a:xfrm>
            <a:off x="6372957" y="2384242"/>
            <a:ext cx="20639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Oval 11">
            <a:extLst>
              <a:ext uri="{FF2B5EF4-FFF2-40B4-BE49-F238E27FC236}">
                <a16:creationId xmlns:a16="http://schemas.microsoft.com/office/drawing/2014/main" id="{E4D2AF09-6C61-3D8D-0D1E-AD39F9FDBA3A}"/>
              </a:ext>
            </a:extLst>
          </p:cNvPr>
          <p:cNvSpPr/>
          <p:nvPr/>
        </p:nvSpPr>
        <p:spPr>
          <a:xfrm>
            <a:off x="5561869" y="2202768"/>
            <a:ext cx="989133"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3.1</a:t>
            </a:r>
          </a:p>
          <a:p>
            <a:pPr algn="ctr"/>
            <a:r>
              <a:rPr lang="en-US" sz="1050" dirty="0"/>
              <a:t>VIEW</a:t>
            </a:r>
          </a:p>
          <a:p>
            <a:pPr algn="ctr"/>
            <a:r>
              <a:rPr lang="en-US" sz="1050" dirty="0"/>
              <a:t>SEATS</a:t>
            </a:r>
          </a:p>
        </p:txBody>
      </p:sp>
      <p:sp>
        <p:nvSpPr>
          <p:cNvPr id="13" name="Oval 12">
            <a:extLst>
              <a:ext uri="{FF2B5EF4-FFF2-40B4-BE49-F238E27FC236}">
                <a16:creationId xmlns:a16="http://schemas.microsoft.com/office/drawing/2014/main" id="{E9F13492-DDE4-BD80-62B5-98BCC177F194}"/>
              </a:ext>
            </a:extLst>
          </p:cNvPr>
          <p:cNvSpPr/>
          <p:nvPr/>
        </p:nvSpPr>
        <p:spPr>
          <a:xfrm>
            <a:off x="5556923" y="4014987"/>
            <a:ext cx="1081451" cy="71292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3.2</a:t>
            </a:r>
          </a:p>
          <a:p>
            <a:pPr algn="ctr"/>
            <a:r>
              <a:rPr lang="en-US" sz="1050" dirty="0"/>
              <a:t>VIEW</a:t>
            </a:r>
          </a:p>
          <a:p>
            <a:pPr algn="ctr"/>
            <a:r>
              <a:rPr lang="en-US" sz="1050" dirty="0"/>
              <a:t>PACKAGE</a:t>
            </a:r>
          </a:p>
        </p:txBody>
      </p:sp>
      <p:sp>
        <p:nvSpPr>
          <p:cNvPr id="14" name="Rectangle 13">
            <a:extLst>
              <a:ext uri="{FF2B5EF4-FFF2-40B4-BE49-F238E27FC236}">
                <a16:creationId xmlns:a16="http://schemas.microsoft.com/office/drawing/2014/main" id="{901C1693-11E4-5C43-F0CC-EE6233C679B6}"/>
              </a:ext>
            </a:extLst>
          </p:cNvPr>
          <p:cNvSpPr/>
          <p:nvPr/>
        </p:nvSpPr>
        <p:spPr>
          <a:xfrm>
            <a:off x="2924175" y="2367758"/>
            <a:ext cx="844062" cy="270363"/>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ADMIN</a:t>
            </a:r>
          </a:p>
        </p:txBody>
      </p:sp>
      <p:sp>
        <p:nvSpPr>
          <p:cNvPr id="15" name="Rectangle 14">
            <a:extLst>
              <a:ext uri="{FF2B5EF4-FFF2-40B4-BE49-F238E27FC236}">
                <a16:creationId xmlns:a16="http://schemas.microsoft.com/office/drawing/2014/main" id="{CD40F7CB-5DA6-05CC-9539-0C190D0C2A03}"/>
              </a:ext>
            </a:extLst>
          </p:cNvPr>
          <p:cNvSpPr/>
          <p:nvPr/>
        </p:nvSpPr>
        <p:spPr>
          <a:xfrm>
            <a:off x="8436951" y="2311706"/>
            <a:ext cx="830873" cy="27036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BOOKING</a:t>
            </a:r>
          </a:p>
        </p:txBody>
      </p:sp>
      <p:cxnSp>
        <p:nvCxnSpPr>
          <p:cNvPr id="16" name="Straight Arrow Connector 15">
            <a:extLst>
              <a:ext uri="{FF2B5EF4-FFF2-40B4-BE49-F238E27FC236}">
                <a16:creationId xmlns:a16="http://schemas.microsoft.com/office/drawing/2014/main" id="{134CADAA-91A5-E956-021C-3F790818CB16}"/>
              </a:ext>
            </a:extLst>
          </p:cNvPr>
          <p:cNvCxnSpPr>
            <a:cxnSpLocks/>
          </p:cNvCxnSpPr>
          <p:nvPr/>
        </p:nvCxnSpPr>
        <p:spPr>
          <a:xfrm flipV="1">
            <a:off x="8543268" y="2570531"/>
            <a:ext cx="0" cy="16934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89B75508-A53A-1020-1AB3-E45226BEFFE2}"/>
              </a:ext>
            </a:extLst>
          </p:cNvPr>
          <p:cNvCxnSpPr>
            <a:cxnSpLocks/>
          </p:cNvCxnSpPr>
          <p:nvPr/>
        </p:nvCxnSpPr>
        <p:spPr>
          <a:xfrm>
            <a:off x="3614370" y="2638121"/>
            <a:ext cx="0" cy="1625816"/>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9E906F07-E14F-9EDF-EA38-467B0912E35D}"/>
              </a:ext>
            </a:extLst>
          </p:cNvPr>
          <p:cNvCxnSpPr>
            <a:cxnSpLocks/>
          </p:cNvCxnSpPr>
          <p:nvPr/>
        </p:nvCxnSpPr>
        <p:spPr>
          <a:xfrm flipV="1">
            <a:off x="3438525" y="2638121"/>
            <a:ext cx="0" cy="17870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Rectangle 18">
            <a:extLst>
              <a:ext uri="{FF2B5EF4-FFF2-40B4-BE49-F238E27FC236}">
                <a16:creationId xmlns:a16="http://schemas.microsoft.com/office/drawing/2014/main" id="{97048629-1C2F-EF6A-7338-C1C9E09D3150}"/>
              </a:ext>
            </a:extLst>
          </p:cNvPr>
          <p:cNvSpPr/>
          <p:nvPr/>
        </p:nvSpPr>
        <p:spPr>
          <a:xfrm>
            <a:off x="6638374" y="2130087"/>
            <a:ext cx="1533160" cy="24920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Seat BOOKING  info</a:t>
            </a:r>
          </a:p>
        </p:txBody>
      </p:sp>
      <p:sp>
        <p:nvSpPr>
          <p:cNvPr id="20" name="Rectangle 19">
            <a:extLst>
              <a:ext uri="{FF2B5EF4-FFF2-40B4-BE49-F238E27FC236}">
                <a16:creationId xmlns:a16="http://schemas.microsoft.com/office/drawing/2014/main" id="{DFD0225B-0708-1F43-5EA1-8CBD0C1EF5C0}"/>
              </a:ext>
            </a:extLst>
          </p:cNvPr>
          <p:cNvSpPr/>
          <p:nvPr/>
        </p:nvSpPr>
        <p:spPr>
          <a:xfrm>
            <a:off x="3951226" y="2185248"/>
            <a:ext cx="1373249" cy="25291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Seat Booking info</a:t>
            </a:r>
          </a:p>
        </p:txBody>
      </p:sp>
      <p:sp>
        <p:nvSpPr>
          <p:cNvPr id="21" name="Rectangle 20">
            <a:extLst>
              <a:ext uri="{FF2B5EF4-FFF2-40B4-BE49-F238E27FC236}">
                <a16:creationId xmlns:a16="http://schemas.microsoft.com/office/drawing/2014/main" id="{1A493DAF-7040-606A-9EBD-B6F2F0456A9F}"/>
              </a:ext>
            </a:extLst>
          </p:cNvPr>
          <p:cNvSpPr/>
          <p:nvPr/>
        </p:nvSpPr>
        <p:spPr>
          <a:xfrm>
            <a:off x="6827959" y="2532615"/>
            <a:ext cx="1081453" cy="21761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22" name="Rectangle 21">
            <a:extLst>
              <a:ext uri="{FF2B5EF4-FFF2-40B4-BE49-F238E27FC236}">
                <a16:creationId xmlns:a16="http://schemas.microsoft.com/office/drawing/2014/main" id="{4CB7A801-6B6D-CB83-C22A-03661689CA25}"/>
              </a:ext>
            </a:extLst>
          </p:cNvPr>
          <p:cNvSpPr/>
          <p:nvPr/>
        </p:nvSpPr>
        <p:spPr>
          <a:xfrm>
            <a:off x="3893530" y="2527945"/>
            <a:ext cx="1422154" cy="34289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23" name="Rectangle 22">
            <a:extLst>
              <a:ext uri="{FF2B5EF4-FFF2-40B4-BE49-F238E27FC236}">
                <a16:creationId xmlns:a16="http://schemas.microsoft.com/office/drawing/2014/main" id="{9607CAE5-0418-84B9-D8D4-B2F4549050D7}"/>
              </a:ext>
            </a:extLst>
          </p:cNvPr>
          <p:cNvSpPr/>
          <p:nvPr/>
        </p:nvSpPr>
        <p:spPr>
          <a:xfrm>
            <a:off x="4081628" y="3987775"/>
            <a:ext cx="1240542" cy="34289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Booking info.</a:t>
            </a:r>
          </a:p>
        </p:txBody>
      </p:sp>
      <p:sp>
        <p:nvSpPr>
          <p:cNvPr id="24" name="Rectangle 23">
            <a:extLst>
              <a:ext uri="{FF2B5EF4-FFF2-40B4-BE49-F238E27FC236}">
                <a16:creationId xmlns:a16="http://schemas.microsoft.com/office/drawing/2014/main" id="{C52D5F09-306F-1575-BE67-CB9E37C361E0}"/>
              </a:ext>
            </a:extLst>
          </p:cNvPr>
          <p:cNvSpPr/>
          <p:nvPr/>
        </p:nvSpPr>
        <p:spPr>
          <a:xfrm>
            <a:off x="6827959" y="4039842"/>
            <a:ext cx="1503483" cy="30470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Booking info.</a:t>
            </a:r>
          </a:p>
        </p:txBody>
      </p:sp>
      <p:sp>
        <p:nvSpPr>
          <p:cNvPr id="25" name="Rectangle 24">
            <a:extLst>
              <a:ext uri="{FF2B5EF4-FFF2-40B4-BE49-F238E27FC236}">
                <a16:creationId xmlns:a16="http://schemas.microsoft.com/office/drawing/2014/main" id="{3098A1F8-8C54-CA82-006D-F29961B3EF15}"/>
              </a:ext>
            </a:extLst>
          </p:cNvPr>
          <p:cNvSpPr/>
          <p:nvPr/>
        </p:nvSpPr>
        <p:spPr>
          <a:xfrm>
            <a:off x="7094746" y="4349542"/>
            <a:ext cx="982541" cy="27888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Tree>
    <p:extLst>
      <p:ext uri="{BB962C8B-B14F-4D97-AF65-F5344CB8AC3E}">
        <p14:creationId xmlns:p14="http://schemas.microsoft.com/office/powerpoint/2010/main" val="3632260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FF08BE-1E00-59D7-1C72-650E22E13AAC}"/>
              </a:ext>
            </a:extLst>
          </p:cNvPr>
          <p:cNvSpPr/>
          <p:nvPr/>
        </p:nvSpPr>
        <p:spPr>
          <a:xfrm>
            <a:off x="4301807" y="3259723"/>
            <a:ext cx="3588385" cy="338554"/>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gn="ctr"/>
            <a:r>
              <a:rPr lang="en-US" sz="1600" b="1" u="sng" dirty="0">
                <a:latin typeface="Times New Roman" panose="02020603050405020304" pitchFamily="18" charset="0"/>
                <a:cs typeface="Times New Roman" panose="02020603050405020304" pitchFamily="18" charset="0"/>
              </a:rPr>
              <a:t>8.3 SECOND LEVEL DFD</a:t>
            </a:r>
            <a:endParaRPr lang="en-US" sz="1600" dirty="0"/>
          </a:p>
        </p:txBody>
      </p:sp>
    </p:spTree>
    <p:extLst>
      <p:ext uri="{BB962C8B-B14F-4D97-AF65-F5344CB8AC3E}">
        <p14:creationId xmlns:p14="http://schemas.microsoft.com/office/powerpoint/2010/main" val="37304640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Arrow Connector 1">
            <a:extLst>
              <a:ext uri="{FF2B5EF4-FFF2-40B4-BE49-F238E27FC236}">
                <a16:creationId xmlns:a16="http://schemas.microsoft.com/office/drawing/2014/main" id="{82919DA1-5FD0-8595-AB54-44D56CE17658}"/>
              </a:ext>
            </a:extLst>
          </p:cNvPr>
          <p:cNvCxnSpPr>
            <a:cxnSpLocks/>
            <a:endCxn id="12" idx="0"/>
          </p:cNvCxnSpPr>
          <p:nvPr/>
        </p:nvCxnSpPr>
        <p:spPr>
          <a:xfrm>
            <a:off x="5845510" y="1834663"/>
            <a:ext cx="1" cy="6911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 name="Straight Arrow Connector 2">
            <a:extLst>
              <a:ext uri="{FF2B5EF4-FFF2-40B4-BE49-F238E27FC236}">
                <a16:creationId xmlns:a16="http://schemas.microsoft.com/office/drawing/2014/main" id="{A800F514-8A53-F2A8-4A54-EB847402B0CE}"/>
              </a:ext>
            </a:extLst>
          </p:cNvPr>
          <p:cNvCxnSpPr>
            <a:cxnSpLocks/>
          </p:cNvCxnSpPr>
          <p:nvPr/>
        </p:nvCxnSpPr>
        <p:spPr>
          <a:xfrm>
            <a:off x="5845510" y="3961339"/>
            <a:ext cx="0" cy="7504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 name="Straight Arrow Connector 3">
            <a:extLst>
              <a:ext uri="{FF2B5EF4-FFF2-40B4-BE49-F238E27FC236}">
                <a16:creationId xmlns:a16="http://schemas.microsoft.com/office/drawing/2014/main" id="{2F2B3A5B-EDEA-E6C5-00EF-6ED2F4B152C9}"/>
              </a:ext>
            </a:extLst>
          </p:cNvPr>
          <p:cNvCxnSpPr>
            <a:cxnSpLocks/>
            <a:stCxn id="12" idx="4"/>
            <a:endCxn id="13" idx="0"/>
          </p:cNvCxnSpPr>
          <p:nvPr/>
        </p:nvCxnSpPr>
        <p:spPr>
          <a:xfrm>
            <a:off x="5845511" y="3120130"/>
            <a:ext cx="3960" cy="4302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a:extLst>
              <a:ext uri="{FF2B5EF4-FFF2-40B4-BE49-F238E27FC236}">
                <a16:creationId xmlns:a16="http://schemas.microsoft.com/office/drawing/2014/main" id="{9DF26B55-3200-CF28-3110-267257AF9634}"/>
              </a:ext>
            </a:extLst>
          </p:cNvPr>
          <p:cNvCxnSpPr>
            <a:cxnSpLocks/>
          </p:cNvCxnSpPr>
          <p:nvPr/>
        </p:nvCxnSpPr>
        <p:spPr>
          <a:xfrm flipH="1">
            <a:off x="6341063" y="3934099"/>
            <a:ext cx="289293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3FAD42BB-0D9B-149F-C753-237559BD0219}"/>
              </a:ext>
            </a:extLst>
          </p:cNvPr>
          <p:cNvCxnSpPr>
            <a:cxnSpLocks/>
          </p:cNvCxnSpPr>
          <p:nvPr/>
        </p:nvCxnSpPr>
        <p:spPr>
          <a:xfrm flipH="1" flipV="1">
            <a:off x="6341063" y="2911953"/>
            <a:ext cx="2733263" cy="190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4919D480-05B1-C1D0-CF3A-9D228BA80BD0}"/>
              </a:ext>
            </a:extLst>
          </p:cNvPr>
          <p:cNvCxnSpPr>
            <a:cxnSpLocks/>
          </p:cNvCxnSpPr>
          <p:nvPr/>
        </p:nvCxnSpPr>
        <p:spPr>
          <a:xfrm>
            <a:off x="6089556" y="4929515"/>
            <a:ext cx="291054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9D28E920-B7E7-32C9-554E-89246EC21F43}"/>
              </a:ext>
            </a:extLst>
          </p:cNvPr>
          <p:cNvCxnSpPr>
            <a:cxnSpLocks/>
          </p:cNvCxnSpPr>
          <p:nvPr/>
        </p:nvCxnSpPr>
        <p:spPr>
          <a:xfrm>
            <a:off x="6171329" y="3776119"/>
            <a:ext cx="2972645" cy="150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3CE8D317-B7EF-8F77-A923-F261EEA1AD59}"/>
              </a:ext>
            </a:extLst>
          </p:cNvPr>
          <p:cNvCxnSpPr>
            <a:cxnSpLocks/>
          </p:cNvCxnSpPr>
          <p:nvPr/>
        </p:nvCxnSpPr>
        <p:spPr>
          <a:xfrm>
            <a:off x="6082744" y="2749957"/>
            <a:ext cx="2977388" cy="219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8E3C530B-30D8-45F9-1738-59B1F9298A0F}"/>
              </a:ext>
            </a:extLst>
          </p:cNvPr>
          <p:cNvCxnSpPr>
            <a:cxnSpLocks/>
          </p:cNvCxnSpPr>
          <p:nvPr/>
        </p:nvCxnSpPr>
        <p:spPr>
          <a:xfrm>
            <a:off x="6021400" y="1724858"/>
            <a:ext cx="300343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7FE15E1D-81C2-2BE1-BEAF-BF4B5B4569DE}"/>
              </a:ext>
            </a:extLst>
          </p:cNvPr>
          <p:cNvSpPr/>
          <p:nvPr/>
        </p:nvSpPr>
        <p:spPr>
          <a:xfrm>
            <a:off x="5366724" y="1552551"/>
            <a:ext cx="907776" cy="53890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1.0</a:t>
            </a:r>
          </a:p>
          <a:p>
            <a:pPr algn="ctr"/>
            <a:r>
              <a:rPr lang="en-US" sz="1050" dirty="0"/>
              <a:t>SIGN IN </a:t>
            </a:r>
          </a:p>
        </p:txBody>
      </p:sp>
      <p:sp>
        <p:nvSpPr>
          <p:cNvPr id="12" name="Oval 11">
            <a:extLst>
              <a:ext uri="{FF2B5EF4-FFF2-40B4-BE49-F238E27FC236}">
                <a16:creationId xmlns:a16="http://schemas.microsoft.com/office/drawing/2014/main" id="{A4C7B68B-FB5D-5196-902B-13B288407771}"/>
              </a:ext>
            </a:extLst>
          </p:cNvPr>
          <p:cNvSpPr/>
          <p:nvPr/>
        </p:nvSpPr>
        <p:spPr>
          <a:xfrm>
            <a:off x="5338956" y="2525834"/>
            <a:ext cx="1013109" cy="5942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2.0</a:t>
            </a:r>
          </a:p>
          <a:p>
            <a:pPr algn="ctr"/>
            <a:r>
              <a:rPr lang="en-US" sz="1050" dirty="0"/>
              <a:t>VIEW</a:t>
            </a:r>
          </a:p>
          <a:p>
            <a:pPr algn="ctr"/>
            <a:r>
              <a:rPr lang="en-US" sz="1050" dirty="0"/>
              <a:t>PACKAGE</a:t>
            </a:r>
          </a:p>
        </p:txBody>
      </p:sp>
      <p:sp>
        <p:nvSpPr>
          <p:cNvPr id="13" name="Oval 12">
            <a:extLst>
              <a:ext uri="{FF2B5EF4-FFF2-40B4-BE49-F238E27FC236}">
                <a16:creationId xmlns:a16="http://schemas.microsoft.com/office/drawing/2014/main" id="{8D755462-597D-0F0D-4EA9-05E6BD03FBA2}"/>
              </a:ext>
            </a:extLst>
          </p:cNvPr>
          <p:cNvSpPr/>
          <p:nvPr/>
        </p:nvSpPr>
        <p:spPr>
          <a:xfrm>
            <a:off x="5342917" y="3550353"/>
            <a:ext cx="1013108" cy="5942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3.0</a:t>
            </a:r>
          </a:p>
          <a:p>
            <a:pPr algn="ctr"/>
            <a:r>
              <a:rPr lang="en-US" sz="1050" dirty="0"/>
              <a:t>BOOKING</a:t>
            </a:r>
          </a:p>
        </p:txBody>
      </p:sp>
      <p:sp>
        <p:nvSpPr>
          <p:cNvPr id="14" name="Rectangle 13">
            <a:extLst>
              <a:ext uri="{FF2B5EF4-FFF2-40B4-BE49-F238E27FC236}">
                <a16:creationId xmlns:a16="http://schemas.microsoft.com/office/drawing/2014/main" id="{058877EB-EE52-5092-0F51-2C0BC47DCCE0}"/>
              </a:ext>
            </a:extLst>
          </p:cNvPr>
          <p:cNvSpPr/>
          <p:nvPr/>
        </p:nvSpPr>
        <p:spPr>
          <a:xfrm>
            <a:off x="2130913" y="1631693"/>
            <a:ext cx="1185948" cy="310714"/>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USER</a:t>
            </a:r>
          </a:p>
        </p:txBody>
      </p:sp>
      <p:sp>
        <p:nvSpPr>
          <p:cNvPr id="15" name="Rectangle 14">
            <a:extLst>
              <a:ext uri="{FF2B5EF4-FFF2-40B4-BE49-F238E27FC236}">
                <a16:creationId xmlns:a16="http://schemas.microsoft.com/office/drawing/2014/main" id="{694B1912-A929-8027-34E5-2109A2BEF174}"/>
              </a:ext>
            </a:extLst>
          </p:cNvPr>
          <p:cNvSpPr/>
          <p:nvPr/>
        </p:nvSpPr>
        <p:spPr>
          <a:xfrm>
            <a:off x="9060687" y="1641690"/>
            <a:ext cx="907777" cy="273518"/>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USER</a:t>
            </a:r>
          </a:p>
        </p:txBody>
      </p:sp>
      <p:sp>
        <p:nvSpPr>
          <p:cNvPr id="16" name="Rectangle 15">
            <a:extLst>
              <a:ext uri="{FF2B5EF4-FFF2-40B4-BE49-F238E27FC236}">
                <a16:creationId xmlns:a16="http://schemas.microsoft.com/office/drawing/2014/main" id="{68E53841-145E-E316-AB43-3935BD0C76A8}"/>
              </a:ext>
            </a:extLst>
          </p:cNvPr>
          <p:cNvSpPr/>
          <p:nvPr/>
        </p:nvSpPr>
        <p:spPr>
          <a:xfrm>
            <a:off x="9076834" y="2700027"/>
            <a:ext cx="907778" cy="273518"/>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PACKAGE</a:t>
            </a:r>
          </a:p>
        </p:txBody>
      </p:sp>
      <p:sp>
        <p:nvSpPr>
          <p:cNvPr id="17" name="Rectangle 16">
            <a:extLst>
              <a:ext uri="{FF2B5EF4-FFF2-40B4-BE49-F238E27FC236}">
                <a16:creationId xmlns:a16="http://schemas.microsoft.com/office/drawing/2014/main" id="{637401A6-6277-23DA-E1C4-86050DFB8F84}"/>
              </a:ext>
            </a:extLst>
          </p:cNvPr>
          <p:cNvSpPr/>
          <p:nvPr/>
        </p:nvSpPr>
        <p:spPr>
          <a:xfrm>
            <a:off x="9141937" y="3698465"/>
            <a:ext cx="907778" cy="301670"/>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BOOKING</a:t>
            </a:r>
          </a:p>
        </p:txBody>
      </p:sp>
      <p:sp>
        <p:nvSpPr>
          <p:cNvPr id="18" name="Oval 17">
            <a:extLst>
              <a:ext uri="{FF2B5EF4-FFF2-40B4-BE49-F238E27FC236}">
                <a16:creationId xmlns:a16="http://schemas.microsoft.com/office/drawing/2014/main" id="{603AA1C8-4263-7A57-A736-1013C49186F0}"/>
              </a:ext>
            </a:extLst>
          </p:cNvPr>
          <p:cNvSpPr/>
          <p:nvPr/>
        </p:nvSpPr>
        <p:spPr>
          <a:xfrm>
            <a:off x="5361007" y="4716112"/>
            <a:ext cx="1082094" cy="5942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4.0</a:t>
            </a:r>
          </a:p>
          <a:p>
            <a:pPr algn="ctr"/>
            <a:r>
              <a:rPr lang="en-US" sz="1050" dirty="0"/>
              <a:t>FEEDBACK</a:t>
            </a:r>
          </a:p>
        </p:txBody>
      </p:sp>
      <p:sp>
        <p:nvSpPr>
          <p:cNvPr id="19" name="Rectangle 18">
            <a:extLst>
              <a:ext uri="{FF2B5EF4-FFF2-40B4-BE49-F238E27FC236}">
                <a16:creationId xmlns:a16="http://schemas.microsoft.com/office/drawing/2014/main" id="{498F4EC4-D902-421A-C4C6-579C7EA29A79}"/>
              </a:ext>
            </a:extLst>
          </p:cNvPr>
          <p:cNvSpPr/>
          <p:nvPr/>
        </p:nvSpPr>
        <p:spPr>
          <a:xfrm>
            <a:off x="9006049" y="4862425"/>
            <a:ext cx="1055037" cy="301671"/>
          </a:xfrm>
          <a:prstGeom prst="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FEEDBACK</a:t>
            </a:r>
          </a:p>
        </p:txBody>
      </p:sp>
      <p:cxnSp>
        <p:nvCxnSpPr>
          <p:cNvPr id="20" name="Straight Arrow Connector 19">
            <a:extLst>
              <a:ext uri="{FF2B5EF4-FFF2-40B4-BE49-F238E27FC236}">
                <a16:creationId xmlns:a16="http://schemas.microsoft.com/office/drawing/2014/main" id="{7BF1A34D-8867-339F-0519-0BB975777D19}"/>
              </a:ext>
            </a:extLst>
          </p:cNvPr>
          <p:cNvCxnSpPr>
            <a:cxnSpLocks/>
          </p:cNvCxnSpPr>
          <p:nvPr/>
        </p:nvCxnSpPr>
        <p:spPr>
          <a:xfrm>
            <a:off x="3311893" y="1704185"/>
            <a:ext cx="2104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DC919133-7D3F-F4F0-E68B-BA984FC8C3DB}"/>
              </a:ext>
            </a:extLst>
          </p:cNvPr>
          <p:cNvCxnSpPr>
            <a:cxnSpLocks/>
          </p:cNvCxnSpPr>
          <p:nvPr/>
        </p:nvCxnSpPr>
        <p:spPr>
          <a:xfrm flipH="1" flipV="1">
            <a:off x="3322957" y="1834663"/>
            <a:ext cx="2062366" cy="74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03E63263-0BE8-755C-95FF-B2F46207B41E}"/>
              </a:ext>
            </a:extLst>
          </p:cNvPr>
          <p:cNvCxnSpPr>
            <a:cxnSpLocks/>
          </p:cNvCxnSpPr>
          <p:nvPr/>
        </p:nvCxnSpPr>
        <p:spPr>
          <a:xfrm flipH="1">
            <a:off x="6262619" y="1857097"/>
            <a:ext cx="2790067" cy="76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69F4413D-9B79-3C81-67C8-9089E46F6AFB}"/>
              </a:ext>
            </a:extLst>
          </p:cNvPr>
          <p:cNvCxnSpPr>
            <a:cxnSpLocks/>
          </p:cNvCxnSpPr>
          <p:nvPr/>
        </p:nvCxnSpPr>
        <p:spPr>
          <a:xfrm flipH="1" flipV="1">
            <a:off x="6443101" y="5062511"/>
            <a:ext cx="2557002" cy="282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A64BDF26-F1AE-248F-8147-61EC8189DA0F}"/>
              </a:ext>
            </a:extLst>
          </p:cNvPr>
          <p:cNvCxnSpPr>
            <a:cxnSpLocks/>
          </p:cNvCxnSpPr>
          <p:nvPr/>
        </p:nvCxnSpPr>
        <p:spPr>
          <a:xfrm flipH="1">
            <a:off x="3220561" y="1942407"/>
            <a:ext cx="3519" cy="826445"/>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D0FDC3DE-C28B-78E0-55BA-11DA86BBA6E6}"/>
              </a:ext>
            </a:extLst>
          </p:cNvPr>
          <p:cNvCxnSpPr>
            <a:cxnSpLocks/>
          </p:cNvCxnSpPr>
          <p:nvPr/>
        </p:nvCxnSpPr>
        <p:spPr>
          <a:xfrm>
            <a:off x="3050486" y="2914218"/>
            <a:ext cx="2316238" cy="0"/>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008F9780-97EC-9804-218D-658CE111C6E4}"/>
              </a:ext>
            </a:extLst>
          </p:cNvPr>
          <p:cNvCxnSpPr>
            <a:cxnSpLocks/>
          </p:cNvCxnSpPr>
          <p:nvPr/>
        </p:nvCxnSpPr>
        <p:spPr>
          <a:xfrm>
            <a:off x="3220561" y="2749784"/>
            <a:ext cx="2134501" cy="190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86709987-8E6A-7FEE-AC9D-EB1DBC2015BE}"/>
              </a:ext>
            </a:extLst>
          </p:cNvPr>
          <p:cNvCxnSpPr>
            <a:cxnSpLocks/>
          </p:cNvCxnSpPr>
          <p:nvPr/>
        </p:nvCxnSpPr>
        <p:spPr>
          <a:xfrm flipV="1">
            <a:off x="3050486" y="1942407"/>
            <a:ext cx="0" cy="9718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D6E56546-9CEC-F34E-583F-444A63B08463}"/>
              </a:ext>
            </a:extLst>
          </p:cNvPr>
          <p:cNvCxnSpPr>
            <a:cxnSpLocks/>
          </p:cNvCxnSpPr>
          <p:nvPr/>
        </p:nvCxnSpPr>
        <p:spPr>
          <a:xfrm>
            <a:off x="2884363" y="1942407"/>
            <a:ext cx="0" cy="1848624"/>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B14E0295-430B-5E7E-B460-F99472746A05}"/>
              </a:ext>
            </a:extLst>
          </p:cNvPr>
          <p:cNvCxnSpPr>
            <a:cxnSpLocks/>
          </p:cNvCxnSpPr>
          <p:nvPr/>
        </p:nvCxnSpPr>
        <p:spPr>
          <a:xfrm>
            <a:off x="2884363" y="3791031"/>
            <a:ext cx="24706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1EE06BC6-BE4F-5EF8-7BD5-A35B137A5348}"/>
              </a:ext>
            </a:extLst>
          </p:cNvPr>
          <p:cNvCxnSpPr>
            <a:cxnSpLocks/>
          </p:cNvCxnSpPr>
          <p:nvPr/>
        </p:nvCxnSpPr>
        <p:spPr>
          <a:xfrm flipH="1" flipV="1">
            <a:off x="2706231" y="1942407"/>
            <a:ext cx="26570" cy="19916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EACB4A55-2434-9AF5-2D65-B9210814E1E2}"/>
              </a:ext>
            </a:extLst>
          </p:cNvPr>
          <p:cNvCxnSpPr>
            <a:cxnSpLocks/>
          </p:cNvCxnSpPr>
          <p:nvPr/>
        </p:nvCxnSpPr>
        <p:spPr>
          <a:xfrm>
            <a:off x="2723887" y="3934099"/>
            <a:ext cx="2659486" cy="12671"/>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B1637AF1-68DB-4A41-4744-9315564327C2}"/>
              </a:ext>
            </a:extLst>
          </p:cNvPr>
          <p:cNvCxnSpPr>
            <a:cxnSpLocks/>
          </p:cNvCxnSpPr>
          <p:nvPr/>
        </p:nvCxnSpPr>
        <p:spPr>
          <a:xfrm>
            <a:off x="2549083" y="4929515"/>
            <a:ext cx="282517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40B3ACF0-C0B2-C125-E976-8066BCD722AB}"/>
              </a:ext>
            </a:extLst>
          </p:cNvPr>
          <p:cNvCxnSpPr>
            <a:cxnSpLocks/>
          </p:cNvCxnSpPr>
          <p:nvPr/>
        </p:nvCxnSpPr>
        <p:spPr>
          <a:xfrm flipV="1">
            <a:off x="2368814" y="1941371"/>
            <a:ext cx="0" cy="3149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Rectangle 33">
            <a:extLst>
              <a:ext uri="{FF2B5EF4-FFF2-40B4-BE49-F238E27FC236}">
                <a16:creationId xmlns:a16="http://schemas.microsoft.com/office/drawing/2014/main" id="{E681EB5F-70B2-A6B9-8961-B00663B54EB2}"/>
              </a:ext>
            </a:extLst>
          </p:cNvPr>
          <p:cNvSpPr/>
          <p:nvPr/>
        </p:nvSpPr>
        <p:spPr>
          <a:xfrm>
            <a:off x="3511989" y="1547592"/>
            <a:ext cx="1805474" cy="16155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Email id/password info.</a:t>
            </a:r>
          </a:p>
        </p:txBody>
      </p:sp>
      <p:sp>
        <p:nvSpPr>
          <p:cNvPr id="35" name="Rectangle 34">
            <a:extLst>
              <a:ext uri="{FF2B5EF4-FFF2-40B4-BE49-F238E27FC236}">
                <a16:creationId xmlns:a16="http://schemas.microsoft.com/office/drawing/2014/main" id="{96F211D8-A723-28C9-507E-7109D7648B49}"/>
              </a:ext>
            </a:extLst>
          </p:cNvPr>
          <p:cNvSpPr/>
          <p:nvPr/>
        </p:nvSpPr>
        <p:spPr>
          <a:xfrm>
            <a:off x="6760440" y="1552711"/>
            <a:ext cx="1994417" cy="21194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Email id/password info.</a:t>
            </a:r>
          </a:p>
        </p:txBody>
      </p:sp>
      <p:sp>
        <p:nvSpPr>
          <p:cNvPr id="36" name="Rectangle 35">
            <a:extLst>
              <a:ext uri="{FF2B5EF4-FFF2-40B4-BE49-F238E27FC236}">
                <a16:creationId xmlns:a16="http://schemas.microsoft.com/office/drawing/2014/main" id="{81CB427C-756B-B084-5117-F21D4E6DB1AD}"/>
              </a:ext>
            </a:extLst>
          </p:cNvPr>
          <p:cNvSpPr/>
          <p:nvPr/>
        </p:nvSpPr>
        <p:spPr>
          <a:xfrm>
            <a:off x="7047825" y="2864432"/>
            <a:ext cx="1419646" cy="23362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Package Detail</a:t>
            </a:r>
          </a:p>
        </p:txBody>
      </p:sp>
      <p:sp>
        <p:nvSpPr>
          <p:cNvPr id="37" name="Rectangle 36">
            <a:extLst>
              <a:ext uri="{FF2B5EF4-FFF2-40B4-BE49-F238E27FC236}">
                <a16:creationId xmlns:a16="http://schemas.microsoft.com/office/drawing/2014/main" id="{72C7CA48-A846-F346-D700-583429E32CD7}"/>
              </a:ext>
            </a:extLst>
          </p:cNvPr>
          <p:cNvSpPr/>
          <p:nvPr/>
        </p:nvSpPr>
        <p:spPr>
          <a:xfrm>
            <a:off x="3694837" y="1781773"/>
            <a:ext cx="1185947" cy="22722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38" name="Rectangle 37">
            <a:extLst>
              <a:ext uri="{FF2B5EF4-FFF2-40B4-BE49-F238E27FC236}">
                <a16:creationId xmlns:a16="http://schemas.microsoft.com/office/drawing/2014/main" id="{19F73B71-5391-872C-DEE5-D3E313FFB039}"/>
              </a:ext>
            </a:extLst>
          </p:cNvPr>
          <p:cNvSpPr/>
          <p:nvPr/>
        </p:nvSpPr>
        <p:spPr>
          <a:xfrm>
            <a:off x="6974005" y="1794769"/>
            <a:ext cx="1419646" cy="23362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39" name="Rectangle 38">
            <a:extLst>
              <a:ext uri="{FF2B5EF4-FFF2-40B4-BE49-F238E27FC236}">
                <a16:creationId xmlns:a16="http://schemas.microsoft.com/office/drawing/2014/main" id="{F4346795-31BF-D319-7960-BFEB4FD6F168}"/>
              </a:ext>
            </a:extLst>
          </p:cNvPr>
          <p:cNvSpPr/>
          <p:nvPr/>
        </p:nvSpPr>
        <p:spPr>
          <a:xfrm>
            <a:off x="6532320" y="2540585"/>
            <a:ext cx="2596243" cy="26408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Request for view package</a:t>
            </a:r>
          </a:p>
        </p:txBody>
      </p:sp>
      <p:sp>
        <p:nvSpPr>
          <p:cNvPr id="40" name="Rectangle 39">
            <a:extLst>
              <a:ext uri="{FF2B5EF4-FFF2-40B4-BE49-F238E27FC236}">
                <a16:creationId xmlns:a16="http://schemas.microsoft.com/office/drawing/2014/main" id="{03F18AA5-76ED-764E-1FBC-698815EFCE9B}"/>
              </a:ext>
            </a:extLst>
          </p:cNvPr>
          <p:cNvSpPr/>
          <p:nvPr/>
        </p:nvSpPr>
        <p:spPr>
          <a:xfrm>
            <a:off x="3335724" y="2568902"/>
            <a:ext cx="1981739" cy="23938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Request for view package</a:t>
            </a:r>
          </a:p>
        </p:txBody>
      </p:sp>
      <p:sp>
        <p:nvSpPr>
          <p:cNvPr id="41" name="Rectangle 40">
            <a:extLst>
              <a:ext uri="{FF2B5EF4-FFF2-40B4-BE49-F238E27FC236}">
                <a16:creationId xmlns:a16="http://schemas.microsoft.com/office/drawing/2014/main" id="{EEF29DE2-FCC1-EC4D-4BF6-4F6D52F379A3}"/>
              </a:ext>
            </a:extLst>
          </p:cNvPr>
          <p:cNvSpPr/>
          <p:nvPr/>
        </p:nvSpPr>
        <p:spPr>
          <a:xfrm>
            <a:off x="3474738" y="2826487"/>
            <a:ext cx="1626143" cy="29411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Package Detail</a:t>
            </a:r>
          </a:p>
        </p:txBody>
      </p:sp>
      <p:sp>
        <p:nvSpPr>
          <p:cNvPr id="42" name="Rectangle 41">
            <a:extLst>
              <a:ext uri="{FF2B5EF4-FFF2-40B4-BE49-F238E27FC236}">
                <a16:creationId xmlns:a16="http://schemas.microsoft.com/office/drawing/2014/main" id="{A255034E-A0BF-E844-AB95-5F4E42DFAA1A}"/>
              </a:ext>
            </a:extLst>
          </p:cNvPr>
          <p:cNvSpPr/>
          <p:nvPr/>
        </p:nvSpPr>
        <p:spPr>
          <a:xfrm>
            <a:off x="7075927" y="3594650"/>
            <a:ext cx="1423202" cy="23816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Booking send</a:t>
            </a:r>
          </a:p>
        </p:txBody>
      </p:sp>
      <p:sp>
        <p:nvSpPr>
          <p:cNvPr id="43" name="Rectangle 42">
            <a:extLst>
              <a:ext uri="{FF2B5EF4-FFF2-40B4-BE49-F238E27FC236}">
                <a16:creationId xmlns:a16="http://schemas.microsoft.com/office/drawing/2014/main" id="{ECC87730-B2DB-A051-71D6-703DF12AC955}"/>
              </a:ext>
            </a:extLst>
          </p:cNvPr>
          <p:cNvSpPr/>
          <p:nvPr/>
        </p:nvSpPr>
        <p:spPr>
          <a:xfrm>
            <a:off x="3445390" y="3575580"/>
            <a:ext cx="1663859" cy="296225"/>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Booking send</a:t>
            </a:r>
          </a:p>
        </p:txBody>
      </p:sp>
      <p:sp>
        <p:nvSpPr>
          <p:cNvPr id="44" name="Rectangle 43">
            <a:extLst>
              <a:ext uri="{FF2B5EF4-FFF2-40B4-BE49-F238E27FC236}">
                <a16:creationId xmlns:a16="http://schemas.microsoft.com/office/drawing/2014/main" id="{2FA285C2-1929-619A-890B-65B978FFDB98}"/>
              </a:ext>
            </a:extLst>
          </p:cNvPr>
          <p:cNvSpPr/>
          <p:nvPr/>
        </p:nvSpPr>
        <p:spPr>
          <a:xfrm>
            <a:off x="7232369" y="3884670"/>
            <a:ext cx="1161662" cy="23092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45" name="Rectangle 44">
            <a:extLst>
              <a:ext uri="{FF2B5EF4-FFF2-40B4-BE49-F238E27FC236}">
                <a16:creationId xmlns:a16="http://schemas.microsoft.com/office/drawing/2014/main" id="{B71232AC-4849-40F6-958F-8FE34CD87F55}"/>
              </a:ext>
            </a:extLst>
          </p:cNvPr>
          <p:cNvSpPr/>
          <p:nvPr/>
        </p:nvSpPr>
        <p:spPr>
          <a:xfrm>
            <a:off x="3628444" y="3905146"/>
            <a:ext cx="1276301" cy="23004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46" name="Rectangle 45">
            <a:extLst>
              <a:ext uri="{FF2B5EF4-FFF2-40B4-BE49-F238E27FC236}">
                <a16:creationId xmlns:a16="http://schemas.microsoft.com/office/drawing/2014/main" id="{A785DD1F-3171-1B92-F034-3FFFC88C8D08}"/>
              </a:ext>
            </a:extLst>
          </p:cNvPr>
          <p:cNvSpPr/>
          <p:nvPr/>
        </p:nvSpPr>
        <p:spPr>
          <a:xfrm>
            <a:off x="6974005" y="4728326"/>
            <a:ext cx="1607876" cy="22209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Enter feedback</a:t>
            </a:r>
          </a:p>
        </p:txBody>
      </p:sp>
      <p:sp>
        <p:nvSpPr>
          <p:cNvPr id="47" name="Rectangle 46">
            <a:extLst>
              <a:ext uri="{FF2B5EF4-FFF2-40B4-BE49-F238E27FC236}">
                <a16:creationId xmlns:a16="http://schemas.microsoft.com/office/drawing/2014/main" id="{C1D5EB87-6FB9-E355-CEB6-256999F26C3F}"/>
              </a:ext>
            </a:extLst>
          </p:cNvPr>
          <p:cNvSpPr/>
          <p:nvPr/>
        </p:nvSpPr>
        <p:spPr>
          <a:xfrm>
            <a:off x="3343023" y="4711766"/>
            <a:ext cx="1626143" cy="25521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Enter feedback</a:t>
            </a:r>
          </a:p>
        </p:txBody>
      </p:sp>
      <p:sp>
        <p:nvSpPr>
          <p:cNvPr id="48" name="Rectangle 47">
            <a:extLst>
              <a:ext uri="{FF2B5EF4-FFF2-40B4-BE49-F238E27FC236}">
                <a16:creationId xmlns:a16="http://schemas.microsoft.com/office/drawing/2014/main" id="{CFAF1C89-4CCF-B8B1-2D84-A9340BC88F35}"/>
              </a:ext>
            </a:extLst>
          </p:cNvPr>
          <p:cNvSpPr/>
          <p:nvPr/>
        </p:nvSpPr>
        <p:spPr>
          <a:xfrm>
            <a:off x="6652691" y="5036947"/>
            <a:ext cx="2250504" cy="22933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Confirmation message</a:t>
            </a:r>
          </a:p>
        </p:txBody>
      </p:sp>
      <p:sp>
        <p:nvSpPr>
          <p:cNvPr id="49" name="Rectangle 48">
            <a:extLst>
              <a:ext uri="{FF2B5EF4-FFF2-40B4-BE49-F238E27FC236}">
                <a16:creationId xmlns:a16="http://schemas.microsoft.com/office/drawing/2014/main" id="{B1429690-1738-9DDA-44FD-7241DE13C84B}"/>
              </a:ext>
            </a:extLst>
          </p:cNvPr>
          <p:cNvSpPr/>
          <p:nvPr/>
        </p:nvSpPr>
        <p:spPr>
          <a:xfrm>
            <a:off x="3145947" y="5076641"/>
            <a:ext cx="2078028" cy="17685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Confirmation message</a:t>
            </a:r>
          </a:p>
        </p:txBody>
      </p:sp>
      <p:cxnSp>
        <p:nvCxnSpPr>
          <p:cNvPr id="50" name="Straight Connector 49">
            <a:extLst>
              <a:ext uri="{FF2B5EF4-FFF2-40B4-BE49-F238E27FC236}">
                <a16:creationId xmlns:a16="http://schemas.microsoft.com/office/drawing/2014/main" id="{39290811-C9F7-F5F8-7897-DD26B8863D35}"/>
              </a:ext>
            </a:extLst>
          </p:cNvPr>
          <p:cNvCxnSpPr>
            <a:cxnSpLocks/>
          </p:cNvCxnSpPr>
          <p:nvPr/>
        </p:nvCxnSpPr>
        <p:spPr>
          <a:xfrm>
            <a:off x="2549083" y="1942407"/>
            <a:ext cx="0" cy="2984831"/>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5D72DA58-7D39-F3EB-08D5-DD676447031F}"/>
              </a:ext>
            </a:extLst>
          </p:cNvPr>
          <p:cNvCxnSpPr>
            <a:cxnSpLocks/>
          </p:cNvCxnSpPr>
          <p:nvPr/>
        </p:nvCxnSpPr>
        <p:spPr>
          <a:xfrm flipH="1">
            <a:off x="2368814" y="5076641"/>
            <a:ext cx="3014559"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449453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12E4D69F-F7EE-8CE8-34E9-A4069E7FF718}"/>
              </a:ext>
            </a:extLst>
          </p:cNvPr>
          <p:cNvSpPr/>
          <p:nvPr/>
        </p:nvSpPr>
        <p:spPr>
          <a:xfrm>
            <a:off x="5221252" y="1824883"/>
            <a:ext cx="1002890" cy="693174"/>
          </a:xfrm>
          <a:prstGeom prst="ellipse">
            <a:avLst/>
          </a:prstGeom>
          <a:ln>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750" dirty="0"/>
              <a:t>3.1</a:t>
            </a:r>
          </a:p>
          <a:p>
            <a:pPr algn="ctr"/>
            <a:r>
              <a:rPr lang="en-US" sz="800" dirty="0"/>
              <a:t> PACKAGE</a:t>
            </a:r>
          </a:p>
          <a:p>
            <a:pPr algn="ctr"/>
            <a:r>
              <a:rPr lang="en-US" sz="800" dirty="0"/>
              <a:t>DETAIL</a:t>
            </a:r>
          </a:p>
        </p:txBody>
      </p:sp>
      <p:sp>
        <p:nvSpPr>
          <p:cNvPr id="3" name="Oval 2">
            <a:extLst>
              <a:ext uri="{FF2B5EF4-FFF2-40B4-BE49-F238E27FC236}">
                <a16:creationId xmlns:a16="http://schemas.microsoft.com/office/drawing/2014/main" id="{48E16B53-E3F3-E400-E86D-E7399066E4CE}"/>
              </a:ext>
            </a:extLst>
          </p:cNvPr>
          <p:cNvSpPr/>
          <p:nvPr/>
        </p:nvSpPr>
        <p:spPr>
          <a:xfrm>
            <a:off x="5265498" y="3014728"/>
            <a:ext cx="1002890" cy="693174"/>
          </a:xfrm>
          <a:prstGeom prst="ellipse">
            <a:avLst/>
          </a:prstGeom>
          <a:ln>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788" dirty="0"/>
              <a:t>3.2</a:t>
            </a:r>
          </a:p>
          <a:p>
            <a:pPr algn="ctr"/>
            <a:r>
              <a:rPr lang="en-US" sz="788" dirty="0"/>
              <a:t>BOOK</a:t>
            </a:r>
          </a:p>
          <a:p>
            <a:pPr algn="ctr"/>
            <a:r>
              <a:rPr lang="en-US" sz="788" dirty="0"/>
              <a:t>SEATS</a:t>
            </a:r>
          </a:p>
        </p:txBody>
      </p:sp>
      <p:sp>
        <p:nvSpPr>
          <p:cNvPr id="4" name="Oval 3">
            <a:extLst>
              <a:ext uri="{FF2B5EF4-FFF2-40B4-BE49-F238E27FC236}">
                <a16:creationId xmlns:a16="http://schemas.microsoft.com/office/drawing/2014/main" id="{6C673E1C-33D8-0D65-BA10-F828A86D7303}"/>
              </a:ext>
            </a:extLst>
          </p:cNvPr>
          <p:cNvSpPr/>
          <p:nvPr/>
        </p:nvSpPr>
        <p:spPr>
          <a:xfrm>
            <a:off x="5250288" y="4347318"/>
            <a:ext cx="1113505" cy="685800"/>
          </a:xfrm>
          <a:prstGeom prst="ellipse">
            <a:avLst/>
          </a:prstGeom>
          <a:ln>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788" dirty="0"/>
              <a:t>3.3</a:t>
            </a:r>
          </a:p>
          <a:p>
            <a:pPr algn="ctr"/>
            <a:r>
              <a:rPr lang="en-US" sz="788" dirty="0"/>
              <a:t>PAYMENT</a:t>
            </a:r>
          </a:p>
        </p:txBody>
      </p:sp>
      <p:cxnSp>
        <p:nvCxnSpPr>
          <p:cNvPr id="5" name="Straight Arrow Connector 4">
            <a:extLst>
              <a:ext uri="{FF2B5EF4-FFF2-40B4-BE49-F238E27FC236}">
                <a16:creationId xmlns:a16="http://schemas.microsoft.com/office/drawing/2014/main" id="{6EEABEC4-AA54-0042-0358-FBF1B0474C4F}"/>
              </a:ext>
            </a:extLst>
          </p:cNvPr>
          <p:cNvCxnSpPr>
            <a:cxnSpLocks/>
          </p:cNvCxnSpPr>
          <p:nvPr/>
        </p:nvCxnSpPr>
        <p:spPr>
          <a:xfrm>
            <a:off x="3326089" y="2087224"/>
            <a:ext cx="191728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47B95812-9866-BCB8-BFB3-D970918739A1}"/>
              </a:ext>
            </a:extLst>
          </p:cNvPr>
          <p:cNvCxnSpPr>
            <a:cxnSpLocks/>
          </p:cNvCxnSpPr>
          <p:nvPr/>
        </p:nvCxnSpPr>
        <p:spPr>
          <a:xfrm flipH="1" flipV="1">
            <a:off x="3326088" y="2240660"/>
            <a:ext cx="1895163" cy="97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C8980DB7-AA02-B2B2-2517-A0F7FDE48032}"/>
              </a:ext>
            </a:extLst>
          </p:cNvPr>
          <p:cNvCxnSpPr>
            <a:cxnSpLocks/>
          </p:cNvCxnSpPr>
          <p:nvPr/>
        </p:nvCxnSpPr>
        <p:spPr>
          <a:xfrm>
            <a:off x="3219159" y="2261749"/>
            <a:ext cx="3691" cy="1054085"/>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36509B8-2E72-7024-A23E-837AE66FDFCE}"/>
              </a:ext>
            </a:extLst>
          </p:cNvPr>
          <p:cNvCxnSpPr>
            <a:cxnSpLocks/>
          </p:cNvCxnSpPr>
          <p:nvPr/>
        </p:nvCxnSpPr>
        <p:spPr>
          <a:xfrm flipV="1">
            <a:off x="3219159" y="3318774"/>
            <a:ext cx="2043350" cy="4181"/>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57A890E2-CE1A-04D6-1107-7199FCFAC985}"/>
              </a:ext>
            </a:extLst>
          </p:cNvPr>
          <p:cNvCxnSpPr>
            <a:cxnSpLocks/>
          </p:cNvCxnSpPr>
          <p:nvPr/>
        </p:nvCxnSpPr>
        <p:spPr>
          <a:xfrm>
            <a:off x="3038491" y="2250397"/>
            <a:ext cx="0" cy="1228514"/>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D5B59685-158B-443E-F938-5401F5EBCB20}"/>
              </a:ext>
            </a:extLst>
          </p:cNvPr>
          <p:cNvCxnSpPr>
            <a:cxnSpLocks/>
          </p:cNvCxnSpPr>
          <p:nvPr/>
        </p:nvCxnSpPr>
        <p:spPr>
          <a:xfrm flipV="1">
            <a:off x="3038490" y="3476394"/>
            <a:ext cx="2256506" cy="5035"/>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668F437F-2FA1-61C7-489A-7DC022272332}"/>
              </a:ext>
            </a:extLst>
          </p:cNvPr>
          <p:cNvCxnSpPr>
            <a:cxnSpLocks/>
          </p:cNvCxnSpPr>
          <p:nvPr/>
        </p:nvCxnSpPr>
        <p:spPr>
          <a:xfrm>
            <a:off x="2706654" y="2276244"/>
            <a:ext cx="0" cy="2354022"/>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41D06E85-18A5-DF7B-BA0A-BF9FB4B35693}"/>
              </a:ext>
            </a:extLst>
          </p:cNvPr>
          <p:cNvCxnSpPr>
            <a:cxnSpLocks/>
          </p:cNvCxnSpPr>
          <p:nvPr/>
        </p:nvCxnSpPr>
        <p:spPr>
          <a:xfrm>
            <a:off x="2706191" y="4630266"/>
            <a:ext cx="2544097"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AC34A0A0-35AA-BC6C-EBCF-F26D184217FA}"/>
              </a:ext>
            </a:extLst>
          </p:cNvPr>
          <p:cNvCxnSpPr>
            <a:cxnSpLocks/>
          </p:cNvCxnSpPr>
          <p:nvPr/>
        </p:nvCxnSpPr>
        <p:spPr>
          <a:xfrm>
            <a:off x="2540736" y="2226806"/>
            <a:ext cx="0" cy="2551851"/>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924652CF-39EC-1AB3-608B-CFC9DBD2323D}"/>
              </a:ext>
            </a:extLst>
          </p:cNvPr>
          <p:cNvCxnSpPr>
            <a:cxnSpLocks/>
          </p:cNvCxnSpPr>
          <p:nvPr/>
        </p:nvCxnSpPr>
        <p:spPr>
          <a:xfrm>
            <a:off x="2540736" y="4778657"/>
            <a:ext cx="2725590" cy="0"/>
          </a:xfrm>
          <a:prstGeom prst="line">
            <a:avLst/>
          </a:prstGeom>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1FB0FA4A-D219-DD7C-1EA7-0862A7B7871F}"/>
              </a:ext>
            </a:extLst>
          </p:cNvPr>
          <p:cNvSpPr/>
          <p:nvPr/>
        </p:nvSpPr>
        <p:spPr>
          <a:xfrm>
            <a:off x="8594909" y="2006497"/>
            <a:ext cx="1200150" cy="279164"/>
          </a:xfrm>
          <a:prstGeom prst="rect">
            <a:avLst/>
          </a:prstGeom>
          <a:ln>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350" dirty="0"/>
              <a:t>BOOKING</a:t>
            </a:r>
          </a:p>
        </p:txBody>
      </p:sp>
      <p:cxnSp>
        <p:nvCxnSpPr>
          <p:cNvPr id="16" name="Straight Arrow Connector 15">
            <a:extLst>
              <a:ext uri="{FF2B5EF4-FFF2-40B4-BE49-F238E27FC236}">
                <a16:creationId xmlns:a16="http://schemas.microsoft.com/office/drawing/2014/main" id="{67E19480-601A-1008-1EC8-49614F179C9B}"/>
              </a:ext>
            </a:extLst>
          </p:cNvPr>
          <p:cNvCxnSpPr>
            <a:cxnSpLocks/>
          </p:cNvCxnSpPr>
          <p:nvPr/>
        </p:nvCxnSpPr>
        <p:spPr>
          <a:xfrm>
            <a:off x="6229899" y="2087224"/>
            <a:ext cx="23650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7EE9B99A-D0CB-2467-CA5B-612DAE79E3AE}"/>
              </a:ext>
            </a:extLst>
          </p:cNvPr>
          <p:cNvCxnSpPr>
            <a:cxnSpLocks/>
          </p:cNvCxnSpPr>
          <p:nvPr/>
        </p:nvCxnSpPr>
        <p:spPr>
          <a:xfrm flipH="1" flipV="1">
            <a:off x="6224142" y="2242719"/>
            <a:ext cx="2370767" cy="19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66CA8888-8772-2E09-5D4B-DC43862BBA2B}"/>
              </a:ext>
            </a:extLst>
          </p:cNvPr>
          <p:cNvCxnSpPr>
            <a:cxnSpLocks/>
          </p:cNvCxnSpPr>
          <p:nvPr/>
        </p:nvCxnSpPr>
        <p:spPr>
          <a:xfrm>
            <a:off x="6268163" y="3322955"/>
            <a:ext cx="2400522" cy="0"/>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526A66D0-D80B-6F56-3499-9220AECA4763}"/>
              </a:ext>
            </a:extLst>
          </p:cNvPr>
          <p:cNvCxnSpPr>
            <a:cxnSpLocks/>
          </p:cNvCxnSpPr>
          <p:nvPr/>
        </p:nvCxnSpPr>
        <p:spPr>
          <a:xfrm flipV="1">
            <a:off x="8668685" y="2285661"/>
            <a:ext cx="0" cy="10372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703F9937-84CC-3990-B5E9-876F5AE9BD14}"/>
              </a:ext>
            </a:extLst>
          </p:cNvPr>
          <p:cNvCxnSpPr>
            <a:cxnSpLocks/>
          </p:cNvCxnSpPr>
          <p:nvPr/>
        </p:nvCxnSpPr>
        <p:spPr>
          <a:xfrm>
            <a:off x="6229675" y="3468240"/>
            <a:ext cx="2604934" cy="4745"/>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F24F40F2-029C-BCA2-8CBC-3FF62980D0F1}"/>
              </a:ext>
            </a:extLst>
          </p:cNvPr>
          <p:cNvCxnSpPr>
            <a:cxnSpLocks/>
          </p:cNvCxnSpPr>
          <p:nvPr/>
        </p:nvCxnSpPr>
        <p:spPr>
          <a:xfrm>
            <a:off x="8834609" y="2285661"/>
            <a:ext cx="0" cy="1181757"/>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F4E6E4F4-6ADA-16F8-C79A-384B247721D9}"/>
              </a:ext>
            </a:extLst>
          </p:cNvPr>
          <p:cNvCxnSpPr>
            <a:cxnSpLocks/>
          </p:cNvCxnSpPr>
          <p:nvPr/>
        </p:nvCxnSpPr>
        <p:spPr>
          <a:xfrm>
            <a:off x="6363793" y="4630266"/>
            <a:ext cx="2950139" cy="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FEAD57BE-FC34-5EAA-2133-ED6F10EE44BF}"/>
              </a:ext>
            </a:extLst>
          </p:cNvPr>
          <p:cNvCxnSpPr>
            <a:cxnSpLocks/>
          </p:cNvCxnSpPr>
          <p:nvPr/>
        </p:nvCxnSpPr>
        <p:spPr>
          <a:xfrm flipV="1">
            <a:off x="9313932" y="2285661"/>
            <a:ext cx="0" cy="23446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79F5E479-FDA0-F70B-D88F-3674CE922E2C}"/>
              </a:ext>
            </a:extLst>
          </p:cNvPr>
          <p:cNvCxnSpPr>
            <a:cxnSpLocks/>
          </p:cNvCxnSpPr>
          <p:nvPr/>
        </p:nvCxnSpPr>
        <p:spPr>
          <a:xfrm>
            <a:off x="6363792" y="4767689"/>
            <a:ext cx="3149243" cy="0"/>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0C399694-A8F3-A71C-3045-9CBB6A907C9B}"/>
              </a:ext>
            </a:extLst>
          </p:cNvPr>
          <p:cNvCxnSpPr>
            <a:cxnSpLocks/>
          </p:cNvCxnSpPr>
          <p:nvPr/>
        </p:nvCxnSpPr>
        <p:spPr>
          <a:xfrm flipV="1">
            <a:off x="9513035" y="2285661"/>
            <a:ext cx="0" cy="2482028"/>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95209DFC-0008-66DD-0CB8-465F38C1D4F0}"/>
              </a:ext>
            </a:extLst>
          </p:cNvPr>
          <p:cNvCxnSpPr>
            <a:cxnSpLocks/>
          </p:cNvCxnSpPr>
          <p:nvPr/>
        </p:nvCxnSpPr>
        <p:spPr>
          <a:xfrm>
            <a:off x="5766942" y="2532508"/>
            <a:ext cx="0" cy="4970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EF85DF1A-AAE9-538C-2FCA-BBDD7E6788DE}"/>
              </a:ext>
            </a:extLst>
          </p:cNvPr>
          <p:cNvCxnSpPr>
            <a:cxnSpLocks/>
          </p:cNvCxnSpPr>
          <p:nvPr/>
        </p:nvCxnSpPr>
        <p:spPr>
          <a:xfrm flipH="1">
            <a:off x="5788731" y="3725786"/>
            <a:ext cx="2180" cy="5745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Rectangle 27">
            <a:extLst>
              <a:ext uri="{FF2B5EF4-FFF2-40B4-BE49-F238E27FC236}">
                <a16:creationId xmlns:a16="http://schemas.microsoft.com/office/drawing/2014/main" id="{F3EB8CA8-4E7C-58DD-24F3-B914A75B4704}"/>
              </a:ext>
            </a:extLst>
          </p:cNvPr>
          <p:cNvSpPr/>
          <p:nvPr/>
        </p:nvSpPr>
        <p:spPr>
          <a:xfrm>
            <a:off x="2396940" y="2047126"/>
            <a:ext cx="929149" cy="229118"/>
          </a:xfrm>
          <a:prstGeom prst="rect">
            <a:avLst/>
          </a:prstGeom>
          <a:ln>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350" dirty="0"/>
              <a:t>user</a:t>
            </a:r>
          </a:p>
        </p:txBody>
      </p:sp>
      <p:sp>
        <p:nvSpPr>
          <p:cNvPr id="29" name="TextBox 158">
            <a:extLst>
              <a:ext uri="{FF2B5EF4-FFF2-40B4-BE49-F238E27FC236}">
                <a16:creationId xmlns:a16="http://schemas.microsoft.com/office/drawing/2014/main" id="{AFCB21D9-9732-55B1-BF2E-5202FA2083F4}"/>
              </a:ext>
            </a:extLst>
          </p:cNvPr>
          <p:cNvSpPr txBox="1"/>
          <p:nvPr/>
        </p:nvSpPr>
        <p:spPr>
          <a:xfrm>
            <a:off x="3712288" y="1899028"/>
            <a:ext cx="996459" cy="32316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500" baseline="30000" dirty="0"/>
              <a:t>Package Info. </a:t>
            </a:r>
            <a:endParaRPr lang="en-US" sz="1500" dirty="0"/>
          </a:p>
        </p:txBody>
      </p:sp>
      <p:sp>
        <p:nvSpPr>
          <p:cNvPr id="30" name="Rectangle 29">
            <a:extLst>
              <a:ext uri="{FF2B5EF4-FFF2-40B4-BE49-F238E27FC236}">
                <a16:creationId xmlns:a16="http://schemas.microsoft.com/office/drawing/2014/main" id="{0CE58074-1B1C-3553-581D-BE65E165DB6A}"/>
              </a:ext>
            </a:extLst>
          </p:cNvPr>
          <p:cNvSpPr/>
          <p:nvPr/>
        </p:nvSpPr>
        <p:spPr>
          <a:xfrm>
            <a:off x="6734142" y="1880838"/>
            <a:ext cx="1307078" cy="24098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Package Info.</a:t>
            </a:r>
          </a:p>
        </p:txBody>
      </p:sp>
      <p:sp>
        <p:nvSpPr>
          <p:cNvPr id="31" name="Rectangle 30">
            <a:extLst>
              <a:ext uri="{FF2B5EF4-FFF2-40B4-BE49-F238E27FC236}">
                <a16:creationId xmlns:a16="http://schemas.microsoft.com/office/drawing/2014/main" id="{72CC5BAA-39BB-F562-0FB7-84F7436338A0}"/>
              </a:ext>
            </a:extLst>
          </p:cNvPr>
          <p:cNvSpPr/>
          <p:nvPr/>
        </p:nvSpPr>
        <p:spPr>
          <a:xfrm>
            <a:off x="3379547" y="2240660"/>
            <a:ext cx="1622324" cy="20760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32" name="Rectangle 31">
            <a:extLst>
              <a:ext uri="{FF2B5EF4-FFF2-40B4-BE49-F238E27FC236}">
                <a16:creationId xmlns:a16="http://schemas.microsoft.com/office/drawing/2014/main" id="{23B4D6C0-6C99-9EB8-7532-556BD82D9D09}"/>
              </a:ext>
            </a:extLst>
          </p:cNvPr>
          <p:cNvSpPr/>
          <p:nvPr/>
        </p:nvSpPr>
        <p:spPr>
          <a:xfrm>
            <a:off x="6736646" y="2183971"/>
            <a:ext cx="1237022" cy="22102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33" name="Rectangle 32">
            <a:extLst>
              <a:ext uri="{FF2B5EF4-FFF2-40B4-BE49-F238E27FC236}">
                <a16:creationId xmlns:a16="http://schemas.microsoft.com/office/drawing/2014/main" id="{D0980E3F-C264-F22B-EFB9-02CED54D1F10}"/>
              </a:ext>
            </a:extLst>
          </p:cNvPr>
          <p:cNvSpPr/>
          <p:nvPr/>
        </p:nvSpPr>
        <p:spPr>
          <a:xfrm>
            <a:off x="3566664" y="3090082"/>
            <a:ext cx="1119034" cy="26547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Seat Info.</a:t>
            </a:r>
          </a:p>
        </p:txBody>
      </p:sp>
      <p:sp>
        <p:nvSpPr>
          <p:cNvPr id="34" name="Rectangle 33">
            <a:extLst>
              <a:ext uri="{FF2B5EF4-FFF2-40B4-BE49-F238E27FC236}">
                <a16:creationId xmlns:a16="http://schemas.microsoft.com/office/drawing/2014/main" id="{4EDDD593-BC18-2D1E-01A7-0A14AD447E03}"/>
              </a:ext>
            </a:extLst>
          </p:cNvPr>
          <p:cNvSpPr/>
          <p:nvPr/>
        </p:nvSpPr>
        <p:spPr>
          <a:xfrm>
            <a:off x="6778164" y="3093082"/>
            <a:ext cx="1303390" cy="27738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Seat Info.</a:t>
            </a:r>
          </a:p>
        </p:txBody>
      </p:sp>
      <p:sp>
        <p:nvSpPr>
          <p:cNvPr id="35" name="Rectangle 34">
            <a:extLst>
              <a:ext uri="{FF2B5EF4-FFF2-40B4-BE49-F238E27FC236}">
                <a16:creationId xmlns:a16="http://schemas.microsoft.com/office/drawing/2014/main" id="{4B25BA65-E9D8-7C70-70BD-AE908190DB73}"/>
              </a:ext>
            </a:extLst>
          </p:cNvPr>
          <p:cNvSpPr/>
          <p:nvPr/>
        </p:nvSpPr>
        <p:spPr>
          <a:xfrm>
            <a:off x="3604461" y="3453455"/>
            <a:ext cx="1124564" cy="21634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36" name="Rectangle 35">
            <a:extLst>
              <a:ext uri="{FF2B5EF4-FFF2-40B4-BE49-F238E27FC236}">
                <a16:creationId xmlns:a16="http://schemas.microsoft.com/office/drawing/2014/main" id="{FAAFC704-4E1D-27C6-7BA9-96CB233A5144}"/>
              </a:ext>
            </a:extLst>
          </p:cNvPr>
          <p:cNvSpPr/>
          <p:nvPr/>
        </p:nvSpPr>
        <p:spPr>
          <a:xfrm>
            <a:off x="6713758" y="3436265"/>
            <a:ext cx="1303391" cy="25072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37" name="Rectangle 36">
            <a:extLst>
              <a:ext uri="{FF2B5EF4-FFF2-40B4-BE49-F238E27FC236}">
                <a16:creationId xmlns:a16="http://schemas.microsoft.com/office/drawing/2014/main" id="{7C7EF283-0F50-7DA4-2C49-1F271BCDB126}"/>
              </a:ext>
            </a:extLst>
          </p:cNvPr>
          <p:cNvSpPr/>
          <p:nvPr/>
        </p:nvSpPr>
        <p:spPr>
          <a:xfrm>
            <a:off x="3291980" y="4404632"/>
            <a:ext cx="1347634" cy="23597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Payment Info.</a:t>
            </a:r>
          </a:p>
        </p:txBody>
      </p:sp>
      <p:sp>
        <p:nvSpPr>
          <p:cNvPr id="38" name="Rectangle 37">
            <a:extLst>
              <a:ext uri="{FF2B5EF4-FFF2-40B4-BE49-F238E27FC236}">
                <a16:creationId xmlns:a16="http://schemas.microsoft.com/office/drawing/2014/main" id="{8B7C8ADC-F655-B827-6CAF-CA26354614CB}"/>
              </a:ext>
            </a:extLst>
          </p:cNvPr>
          <p:cNvSpPr/>
          <p:nvPr/>
        </p:nvSpPr>
        <p:spPr>
          <a:xfrm>
            <a:off x="6867622" y="4410083"/>
            <a:ext cx="1334729" cy="29484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Payment Info.</a:t>
            </a:r>
          </a:p>
        </p:txBody>
      </p:sp>
      <p:sp>
        <p:nvSpPr>
          <p:cNvPr id="39" name="Rectangle 38">
            <a:extLst>
              <a:ext uri="{FF2B5EF4-FFF2-40B4-BE49-F238E27FC236}">
                <a16:creationId xmlns:a16="http://schemas.microsoft.com/office/drawing/2014/main" id="{4D5C1072-7DDB-8548-F492-8B7491899412}"/>
              </a:ext>
            </a:extLst>
          </p:cNvPr>
          <p:cNvSpPr/>
          <p:nvPr/>
        </p:nvSpPr>
        <p:spPr>
          <a:xfrm>
            <a:off x="6974467" y="4751447"/>
            <a:ext cx="966020" cy="20993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
        <p:nvSpPr>
          <p:cNvPr id="40" name="Rectangle 39">
            <a:extLst>
              <a:ext uri="{FF2B5EF4-FFF2-40B4-BE49-F238E27FC236}">
                <a16:creationId xmlns:a16="http://schemas.microsoft.com/office/drawing/2014/main" id="{CA75B345-BB5F-4556-27AD-EB3434E3D257}"/>
              </a:ext>
            </a:extLst>
          </p:cNvPr>
          <p:cNvSpPr/>
          <p:nvPr/>
        </p:nvSpPr>
        <p:spPr>
          <a:xfrm>
            <a:off x="3326088" y="4733525"/>
            <a:ext cx="1253612" cy="26543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lang="en-US" sz="1050" dirty="0"/>
              <a:t>Response</a:t>
            </a:r>
          </a:p>
        </p:txBody>
      </p:sp>
    </p:spTree>
    <p:extLst>
      <p:ext uri="{BB962C8B-B14F-4D97-AF65-F5344CB8AC3E}">
        <p14:creationId xmlns:p14="http://schemas.microsoft.com/office/powerpoint/2010/main" val="1608915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5549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182</TotalTime>
  <Words>1207</Words>
  <Application>Microsoft Office PowerPoint</Application>
  <PresentationFormat>Widescreen</PresentationFormat>
  <Paragraphs>437</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Aptos Display</vt: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sujan mansuri</dc:creator>
  <cp:lastModifiedBy>sujan mansuri</cp:lastModifiedBy>
  <cp:revision>7</cp:revision>
  <dcterms:created xsi:type="dcterms:W3CDTF">2025-08-18T14:59:43Z</dcterms:created>
  <dcterms:modified xsi:type="dcterms:W3CDTF">2025-08-27T08:02:36Z</dcterms:modified>
</cp:coreProperties>
</file>